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
  </p:notesMasterIdLst>
  <p:sldIdLst>
    <p:sldId id="256" r:id="rId2"/>
  </p:sldIdLst>
  <p:sldSz cx="43891200" cy="32918400"/>
  <p:notesSz cx="9239250" cy="11982450"/>
  <p:defaultTextStyle>
    <a:defPPr>
      <a:defRPr lang="en-US"/>
    </a:defPPr>
    <a:lvl1pPr algn="l" rtl="0" eaLnBrk="0" fontAlgn="base" hangingPunct="0">
      <a:spcBef>
        <a:spcPct val="0"/>
      </a:spcBef>
      <a:spcAft>
        <a:spcPct val="0"/>
      </a:spcAft>
      <a:defRPr sz="93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93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93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93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9300" kern="1200">
        <a:solidFill>
          <a:schemeClr val="tx1"/>
        </a:solidFill>
        <a:latin typeface="Tahoma" pitchFamily="34" charset="0"/>
        <a:ea typeface="+mn-ea"/>
        <a:cs typeface="+mn-cs"/>
      </a:defRPr>
    </a:lvl5pPr>
    <a:lvl6pPr marL="2286000" algn="l" defTabSz="914400" rtl="0" eaLnBrk="1" latinLnBrk="0" hangingPunct="1">
      <a:defRPr sz="9300" kern="1200">
        <a:solidFill>
          <a:schemeClr val="tx1"/>
        </a:solidFill>
        <a:latin typeface="Tahoma" pitchFamily="34" charset="0"/>
        <a:ea typeface="+mn-ea"/>
        <a:cs typeface="+mn-cs"/>
      </a:defRPr>
    </a:lvl6pPr>
    <a:lvl7pPr marL="2743200" algn="l" defTabSz="914400" rtl="0" eaLnBrk="1" latinLnBrk="0" hangingPunct="1">
      <a:defRPr sz="9300" kern="1200">
        <a:solidFill>
          <a:schemeClr val="tx1"/>
        </a:solidFill>
        <a:latin typeface="Tahoma" pitchFamily="34" charset="0"/>
        <a:ea typeface="+mn-ea"/>
        <a:cs typeface="+mn-cs"/>
      </a:defRPr>
    </a:lvl7pPr>
    <a:lvl8pPr marL="3200400" algn="l" defTabSz="914400" rtl="0" eaLnBrk="1" latinLnBrk="0" hangingPunct="1">
      <a:defRPr sz="9300" kern="1200">
        <a:solidFill>
          <a:schemeClr val="tx1"/>
        </a:solidFill>
        <a:latin typeface="Tahoma" pitchFamily="34" charset="0"/>
        <a:ea typeface="+mn-ea"/>
        <a:cs typeface="+mn-cs"/>
      </a:defRPr>
    </a:lvl8pPr>
    <a:lvl9pPr marL="3657600" algn="l" defTabSz="914400" rtl="0" eaLnBrk="1" latinLnBrk="0" hangingPunct="1">
      <a:defRPr sz="93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5201"/>
    <a:srgbClr val="E7BA18"/>
    <a:srgbClr val="E4F3FC"/>
    <a:srgbClr val="CC6600"/>
    <a:srgbClr val="003366"/>
    <a:srgbClr val="E575A8"/>
    <a:srgbClr val="F4D5F7"/>
    <a:srgbClr val="FFEBCD"/>
    <a:srgbClr val="EAEAE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6625" autoAdjust="0"/>
    <p:restoredTop sz="95179" autoAdjust="0"/>
  </p:normalViewPr>
  <p:slideViewPr>
    <p:cSldViewPr>
      <p:cViewPr>
        <p:scale>
          <a:sx n="87" d="100"/>
          <a:sy n="87" d="100"/>
        </p:scale>
        <p:origin x="-15976" y="-12144"/>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4003675"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259" tIns="60629" rIns="121259" bIns="60629" numCol="1" anchor="t" anchorCtr="0" compatLnSpc="1">
            <a:prstTxWarp prst="textNoShape">
              <a:avLst/>
            </a:prstTxWarp>
          </a:bodyPr>
          <a:lstStyle>
            <a:lvl1pPr defTabSz="1212850" eaLnBrk="1" hangingPunct="1">
              <a:defRPr sz="1600">
                <a:latin typeface="Arial" pitchFamily="34" charset="0"/>
              </a:defRPr>
            </a:lvl1pPr>
          </a:lstStyle>
          <a:p>
            <a:pPr>
              <a:defRPr/>
            </a:pPr>
            <a:endParaRPr lang="en-US"/>
          </a:p>
        </p:txBody>
      </p:sp>
      <p:sp>
        <p:nvSpPr>
          <p:cNvPr id="109571" name="Rectangle 3"/>
          <p:cNvSpPr>
            <a:spLocks noGrp="1" noChangeArrowheads="1"/>
          </p:cNvSpPr>
          <p:nvPr>
            <p:ph type="dt" idx="1"/>
          </p:nvPr>
        </p:nvSpPr>
        <p:spPr bwMode="auto">
          <a:xfrm>
            <a:off x="5233988" y="0"/>
            <a:ext cx="4003675"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259" tIns="60629" rIns="121259" bIns="60629" numCol="1" anchor="t" anchorCtr="0" compatLnSpc="1">
            <a:prstTxWarp prst="textNoShape">
              <a:avLst/>
            </a:prstTxWarp>
          </a:bodyPr>
          <a:lstStyle>
            <a:lvl1pPr algn="r" defTabSz="1212850" eaLnBrk="1" hangingPunct="1">
              <a:defRPr sz="1600">
                <a:latin typeface="Arial" pitchFamily="34"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624013" y="898525"/>
            <a:ext cx="5992812" cy="44942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9573" name="Rectangle 5"/>
          <p:cNvSpPr>
            <a:spLocks noGrp="1" noChangeArrowheads="1"/>
          </p:cNvSpPr>
          <p:nvPr>
            <p:ph type="body" sz="quarter" idx="3"/>
          </p:nvPr>
        </p:nvSpPr>
        <p:spPr bwMode="auto">
          <a:xfrm>
            <a:off x="923925" y="5691188"/>
            <a:ext cx="7391400" cy="539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259" tIns="60629" rIns="121259" bIns="6062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9574" name="Rectangle 6"/>
          <p:cNvSpPr>
            <a:spLocks noGrp="1" noChangeArrowheads="1"/>
          </p:cNvSpPr>
          <p:nvPr>
            <p:ph type="ftr" sz="quarter" idx="4"/>
          </p:nvPr>
        </p:nvSpPr>
        <p:spPr bwMode="auto">
          <a:xfrm>
            <a:off x="0" y="11380788"/>
            <a:ext cx="40036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259" tIns="60629" rIns="121259" bIns="60629" numCol="1" anchor="b" anchorCtr="0" compatLnSpc="1">
            <a:prstTxWarp prst="textNoShape">
              <a:avLst/>
            </a:prstTxWarp>
          </a:bodyPr>
          <a:lstStyle>
            <a:lvl1pPr defTabSz="1212850" eaLnBrk="1" hangingPunct="1">
              <a:defRPr sz="1600">
                <a:latin typeface="Arial" pitchFamily="34" charset="0"/>
              </a:defRPr>
            </a:lvl1pPr>
          </a:lstStyle>
          <a:p>
            <a:pPr>
              <a:defRPr/>
            </a:pPr>
            <a:endParaRPr lang="en-US"/>
          </a:p>
        </p:txBody>
      </p:sp>
      <p:sp>
        <p:nvSpPr>
          <p:cNvPr id="109575" name="Rectangle 7"/>
          <p:cNvSpPr>
            <a:spLocks noGrp="1" noChangeArrowheads="1"/>
          </p:cNvSpPr>
          <p:nvPr>
            <p:ph type="sldNum" sz="quarter" idx="5"/>
          </p:nvPr>
        </p:nvSpPr>
        <p:spPr bwMode="auto">
          <a:xfrm>
            <a:off x="5233988" y="11380788"/>
            <a:ext cx="40036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259" tIns="60629" rIns="121259" bIns="60629" numCol="1" anchor="b" anchorCtr="0" compatLnSpc="1">
            <a:prstTxWarp prst="textNoShape">
              <a:avLst/>
            </a:prstTxWarp>
          </a:bodyPr>
          <a:lstStyle>
            <a:lvl1pPr algn="r" defTabSz="1212850" eaLnBrk="1" hangingPunct="1">
              <a:defRPr sz="1600">
                <a:latin typeface="Arial" pitchFamily="34" charset="0"/>
              </a:defRPr>
            </a:lvl1pPr>
          </a:lstStyle>
          <a:p>
            <a:pPr>
              <a:defRPr/>
            </a:pPr>
            <a:fld id="{C3A0AEBB-A099-40A1-825B-431C524E0870}" type="slidenum">
              <a:rPr lang="en-US"/>
              <a:pPr>
                <a:defRPr/>
              </a:pPr>
              <a:t>‹#›</a:t>
            </a:fld>
            <a:endParaRPr lang="en-US"/>
          </a:p>
        </p:txBody>
      </p:sp>
    </p:spTree>
    <p:extLst>
      <p:ext uri="{BB962C8B-B14F-4D97-AF65-F5344CB8AC3E}">
        <p14:creationId xmlns:p14="http://schemas.microsoft.com/office/powerpoint/2010/main" val="35888429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lvl1pPr defTabSz="1212850">
              <a:defRPr sz="9300">
                <a:solidFill>
                  <a:schemeClr val="tx1"/>
                </a:solidFill>
                <a:latin typeface="Tahoma" pitchFamily="34" charset="0"/>
              </a:defRPr>
            </a:lvl1pPr>
            <a:lvl2pPr marL="742950" indent="-285750" defTabSz="1212850">
              <a:defRPr sz="9300">
                <a:solidFill>
                  <a:schemeClr val="tx1"/>
                </a:solidFill>
                <a:latin typeface="Tahoma" pitchFamily="34" charset="0"/>
              </a:defRPr>
            </a:lvl2pPr>
            <a:lvl3pPr marL="1143000" indent="-228600" defTabSz="1212850">
              <a:defRPr sz="9300">
                <a:solidFill>
                  <a:schemeClr val="tx1"/>
                </a:solidFill>
                <a:latin typeface="Tahoma" pitchFamily="34" charset="0"/>
              </a:defRPr>
            </a:lvl3pPr>
            <a:lvl4pPr marL="1600200" indent="-228600" defTabSz="1212850">
              <a:defRPr sz="9300">
                <a:solidFill>
                  <a:schemeClr val="tx1"/>
                </a:solidFill>
                <a:latin typeface="Tahoma" pitchFamily="34" charset="0"/>
              </a:defRPr>
            </a:lvl4pPr>
            <a:lvl5pPr marL="2057400" indent="-228600" defTabSz="1212850">
              <a:defRPr sz="9300">
                <a:solidFill>
                  <a:schemeClr val="tx1"/>
                </a:solidFill>
                <a:latin typeface="Tahoma" pitchFamily="34" charset="0"/>
              </a:defRPr>
            </a:lvl5pPr>
            <a:lvl6pPr marL="2514600" indent="-228600" defTabSz="1212850" eaLnBrk="0" fontAlgn="base" hangingPunct="0">
              <a:spcBef>
                <a:spcPct val="0"/>
              </a:spcBef>
              <a:spcAft>
                <a:spcPct val="0"/>
              </a:spcAft>
              <a:defRPr sz="9300">
                <a:solidFill>
                  <a:schemeClr val="tx1"/>
                </a:solidFill>
                <a:latin typeface="Tahoma" pitchFamily="34" charset="0"/>
              </a:defRPr>
            </a:lvl6pPr>
            <a:lvl7pPr marL="2971800" indent="-228600" defTabSz="1212850" eaLnBrk="0" fontAlgn="base" hangingPunct="0">
              <a:spcBef>
                <a:spcPct val="0"/>
              </a:spcBef>
              <a:spcAft>
                <a:spcPct val="0"/>
              </a:spcAft>
              <a:defRPr sz="9300">
                <a:solidFill>
                  <a:schemeClr val="tx1"/>
                </a:solidFill>
                <a:latin typeface="Tahoma" pitchFamily="34" charset="0"/>
              </a:defRPr>
            </a:lvl7pPr>
            <a:lvl8pPr marL="3429000" indent="-228600" defTabSz="1212850" eaLnBrk="0" fontAlgn="base" hangingPunct="0">
              <a:spcBef>
                <a:spcPct val="0"/>
              </a:spcBef>
              <a:spcAft>
                <a:spcPct val="0"/>
              </a:spcAft>
              <a:defRPr sz="9300">
                <a:solidFill>
                  <a:schemeClr val="tx1"/>
                </a:solidFill>
                <a:latin typeface="Tahoma" pitchFamily="34" charset="0"/>
              </a:defRPr>
            </a:lvl8pPr>
            <a:lvl9pPr marL="3886200" indent="-228600" defTabSz="1212850" eaLnBrk="0" fontAlgn="base" hangingPunct="0">
              <a:spcBef>
                <a:spcPct val="0"/>
              </a:spcBef>
              <a:spcAft>
                <a:spcPct val="0"/>
              </a:spcAft>
              <a:defRPr sz="9300">
                <a:solidFill>
                  <a:schemeClr val="tx1"/>
                </a:solidFill>
                <a:latin typeface="Tahoma" pitchFamily="34" charset="0"/>
              </a:defRPr>
            </a:lvl9pPr>
          </a:lstStyle>
          <a:p>
            <a:fld id="{03B7E398-C0F3-4A4D-ADCB-34F449B23285}" type="slidenum">
              <a:rPr lang="en-US" sz="1600" smtClean="0">
                <a:latin typeface="Arial" charset="0"/>
              </a:rPr>
              <a:pPr/>
              <a:t>1</a:t>
            </a:fld>
            <a:endParaRPr lang="en-US" sz="1600">
              <a:latin typeface="Arial" charset="0"/>
            </a:endParaRPr>
          </a:p>
        </p:txBody>
      </p:sp>
      <p:sp>
        <p:nvSpPr>
          <p:cNvPr id="3075" name="Rectangle 2"/>
          <p:cNvSpPr>
            <a:spLocks noGrp="1" noRot="1" noChangeAspect="1" noChangeArrowheads="1" noTextEdit="1"/>
          </p:cNvSpPr>
          <p:nvPr>
            <p:ph type="sldImg"/>
          </p:nvPr>
        </p:nvSpPr>
        <p:spPr>
          <a:ln/>
        </p:spPr>
      </p:sp>
      <p:sp>
        <p:nvSpPr>
          <p:cNvPr id="3076" name="Rectangle 3"/>
          <p:cNvSpPr>
            <a:spLocks noGrp="1" noChangeArrowheads="1"/>
          </p:cNvSpPr>
          <p:nvPr>
            <p:ph type="body" idx="1"/>
          </p:nvPr>
        </p:nvSpPr>
        <p:spPr>
          <a:noFill/>
        </p:spPr>
        <p:txBody>
          <a:bodyPr/>
          <a:lstStyle/>
          <a:p>
            <a:pPr eaLnBrk="1" hangingPunct="1"/>
            <a:endParaRPr lang="en-US">
              <a:latin typeface="Arial" charset="0"/>
            </a:endParaRPr>
          </a:p>
        </p:txBody>
      </p:sp>
    </p:spTree>
    <p:extLst>
      <p:ext uri="{BB962C8B-B14F-4D97-AF65-F5344CB8AC3E}">
        <p14:creationId xmlns:p14="http://schemas.microsoft.com/office/powerpoint/2010/main" val="897078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ounded Rectangle 9"/>
          <p:cNvSpPr/>
          <p:nvPr/>
        </p:nvSpPr>
        <p:spPr>
          <a:xfrm rot="20707748">
            <a:off x="-2964187" y="-3132245"/>
            <a:ext cx="31990109" cy="18924922"/>
          </a:xfrm>
          <a:custGeom>
            <a:avLst/>
            <a:gdLst/>
            <a:ahLst/>
            <a:cxnLst/>
            <a:rect l="l" t="t" r="r" b="b"/>
            <a:pathLst>
              <a:path w="6664606" h="3942692">
                <a:moveTo>
                  <a:pt x="1046923" y="0"/>
                </a:moveTo>
                <a:lnTo>
                  <a:pt x="6664606" y="1491692"/>
                </a:lnTo>
                <a:lnTo>
                  <a:pt x="6664606" y="3860602"/>
                </a:lnTo>
                <a:cubicBezTo>
                  <a:pt x="6664606" y="3905939"/>
                  <a:pt x="6627853" y="3942692"/>
                  <a:pt x="6582516" y="3942692"/>
                </a:cubicBezTo>
                <a:lnTo>
                  <a:pt x="0" y="3942692"/>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2" name="Rounded Rectangle 11"/>
          <p:cNvSpPr/>
          <p:nvPr/>
        </p:nvSpPr>
        <p:spPr>
          <a:xfrm rot="20707748">
            <a:off x="29607134" y="-2120789"/>
            <a:ext cx="15007248" cy="11647085"/>
          </a:xfrm>
          <a:custGeom>
            <a:avLst/>
            <a:gdLst/>
            <a:ahLst/>
            <a:cxnLst/>
            <a:rect l="l" t="t" r="r" b="b"/>
            <a:pathLst>
              <a:path w="3126510" h="2426476">
                <a:moveTo>
                  <a:pt x="0" y="0"/>
                </a:moveTo>
                <a:lnTo>
                  <a:pt x="3126510" y="830198"/>
                </a:lnTo>
                <a:lnTo>
                  <a:pt x="2702642" y="2426476"/>
                </a:lnTo>
                <a:lnTo>
                  <a:pt x="82091" y="2426476"/>
                </a:lnTo>
                <a:cubicBezTo>
                  <a:pt x="36754" y="2426475"/>
                  <a:pt x="1" y="2389722"/>
                  <a:pt x="1" y="2344385"/>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1" name="Rounded Rectangle 10"/>
          <p:cNvSpPr/>
          <p:nvPr/>
        </p:nvSpPr>
        <p:spPr>
          <a:xfrm rot="20707748">
            <a:off x="34291673" y="9607509"/>
            <a:ext cx="12861384" cy="23740978"/>
          </a:xfrm>
          <a:custGeom>
            <a:avLst/>
            <a:gdLst/>
            <a:ahLst/>
            <a:cxnLst/>
            <a:rect l="l" t="t" r="r" b="b"/>
            <a:pathLst>
              <a:path w="2679455" h="4946037">
                <a:moveTo>
                  <a:pt x="2679455" y="0"/>
                </a:moveTo>
                <a:lnTo>
                  <a:pt x="1366108" y="4946037"/>
                </a:lnTo>
                <a:lnTo>
                  <a:pt x="0" y="4583288"/>
                </a:lnTo>
                <a:lnTo>
                  <a:pt x="0" y="82090"/>
                </a:lnTo>
                <a:cubicBezTo>
                  <a:pt x="0" y="36753"/>
                  <a:pt x="36753" y="0"/>
                  <a:pt x="82090" y="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9" name="Rounded Rectangle 8"/>
          <p:cNvSpPr/>
          <p:nvPr/>
        </p:nvSpPr>
        <p:spPr>
          <a:xfrm rot="20707748">
            <a:off x="-986978" y="15951802"/>
            <a:ext cx="35414750" cy="21877421"/>
          </a:xfrm>
          <a:custGeom>
            <a:avLst/>
            <a:gdLst/>
            <a:ahLst/>
            <a:cxnLst/>
            <a:rect l="l" t="t" r="r" b="b"/>
            <a:pathLst>
              <a:path w="7378073" h="4557796">
                <a:moveTo>
                  <a:pt x="7327936" y="6451"/>
                </a:moveTo>
                <a:cubicBezTo>
                  <a:pt x="7357400" y="18913"/>
                  <a:pt x="7378073" y="48087"/>
                  <a:pt x="7378073" y="82090"/>
                </a:cubicBezTo>
                <a:lnTo>
                  <a:pt x="7378073" y="4557796"/>
                </a:lnTo>
                <a:lnTo>
                  <a:pt x="0" y="2598658"/>
                </a:lnTo>
                <a:lnTo>
                  <a:pt x="690034" y="0"/>
                </a:lnTo>
                <a:lnTo>
                  <a:pt x="7295983" y="0"/>
                </a:lnTo>
                <a:cubicBezTo>
                  <a:pt x="7307317" y="0"/>
                  <a:pt x="7318115" y="2297"/>
                  <a:pt x="7327936"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ctrTitle"/>
          </p:nvPr>
        </p:nvSpPr>
        <p:spPr>
          <a:xfrm rot="-900000">
            <a:off x="2629606" y="17436845"/>
            <a:ext cx="28728763" cy="7709290"/>
          </a:xfrm>
        </p:spPr>
        <p:txBody>
          <a:bodyPr>
            <a:normAutofit/>
          </a:bodyPr>
          <a:lstStyle>
            <a:lvl1pPr>
              <a:lnSpc>
                <a:spcPts val="28800"/>
              </a:lnSpc>
              <a:defRPr sz="288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rot="-900000">
            <a:off x="10565498" y="24130706"/>
            <a:ext cx="22345426" cy="5416776"/>
          </a:xfrm>
        </p:spPr>
        <p:txBody>
          <a:bodyPr>
            <a:normAutofit/>
          </a:bodyPr>
          <a:lstStyle>
            <a:lvl1pPr marL="0" indent="0" algn="r">
              <a:buNone/>
              <a:defRPr sz="11500">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900000">
            <a:off x="32359032" y="11103770"/>
            <a:ext cx="7315200" cy="1752600"/>
          </a:xfrm>
        </p:spPr>
        <p:txBody>
          <a:bodyPr/>
          <a:lstStyle>
            <a:lvl1pPr algn="l">
              <a:defRPr sz="8600">
                <a:solidFill>
                  <a:schemeClr val="tx1"/>
                </a:solidFill>
              </a:defRPr>
            </a:lvl1pPr>
          </a:lstStyle>
          <a:p>
            <a:fld id="{451DEABC-D766-4322-8E78-B830FAE35C72}" type="datetime4">
              <a:rPr lang="en-US" smtClean="0"/>
              <a:pPr/>
              <a:t>May 26, 2017</a:t>
            </a:fld>
            <a:endParaRPr lang="en-US" dirty="0"/>
          </a:p>
        </p:txBody>
      </p:sp>
      <p:sp>
        <p:nvSpPr>
          <p:cNvPr id="5" name="Footer Placeholder 4"/>
          <p:cNvSpPr>
            <a:spLocks noGrp="1"/>
          </p:cNvSpPr>
          <p:nvPr>
            <p:ph type="ftr" sz="quarter" idx="11"/>
          </p:nvPr>
        </p:nvSpPr>
        <p:spPr>
          <a:xfrm rot="-900000">
            <a:off x="31446204" y="7337422"/>
            <a:ext cx="11836738" cy="1752600"/>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rot="-900000">
            <a:off x="30968251" y="5577898"/>
            <a:ext cx="10241280" cy="2020982"/>
          </a:xfrm>
        </p:spPr>
        <p:txBody>
          <a:bodyPr anchor="ctr"/>
          <a:lstStyle>
            <a:lvl1pPr algn="l">
              <a:defRPr sz="11500">
                <a:solidFill>
                  <a:schemeClr val="tx1"/>
                </a:solidFill>
              </a:defRPr>
            </a:lvl1pPr>
          </a:lstStyle>
          <a:p>
            <a:fld id="{F38DF745-7D3F-47F4-83A3-874385CFAA69}" type="slidenum">
              <a:rPr lang="en-US" smtClean="0"/>
              <a:pPr/>
              <a:t>‹#›</a:t>
            </a:fld>
            <a:endParaRPr lang="en-US" dirty="0"/>
          </a:p>
        </p:txBody>
      </p:sp>
    </p:spTree>
  </p:cSld>
  <p:clrMapOvr>
    <a:masterClrMapping/>
  </p:clrMapOvr>
  <p:transition spd="med">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ounded Rectangle 8"/>
          <p:cNvSpPr/>
          <p:nvPr/>
        </p:nvSpPr>
        <p:spPr>
          <a:xfrm rot="907748">
            <a:off x="-4154110" y="4082875"/>
            <a:ext cx="17354117" cy="29528275"/>
          </a:xfrm>
          <a:custGeom>
            <a:avLst/>
            <a:gdLst/>
            <a:ahLst/>
            <a:cxnLst/>
            <a:rect l="l" t="t" r="r" b="b"/>
            <a:pathLst>
              <a:path w="3615441" h="6151724">
                <a:moveTo>
                  <a:pt x="0" y="0"/>
                </a:moveTo>
                <a:lnTo>
                  <a:pt x="3533351" y="0"/>
                </a:lnTo>
                <a:cubicBezTo>
                  <a:pt x="3578688" y="0"/>
                  <a:pt x="3615441" y="36753"/>
                  <a:pt x="3615441" y="82090"/>
                </a:cubicBezTo>
                <a:lnTo>
                  <a:pt x="3615441" y="5623909"/>
                </a:lnTo>
                <a:lnTo>
                  <a:pt x="1663219" y="6151724"/>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3" name="Rounded Rectangle 12"/>
          <p:cNvSpPr/>
          <p:nvPr/>
        </p:nvSpPr>
        <p:spPr>
          <a:xfrm rot="907748">
            <a:off x="85195" y="-2455241"/>
            <a:ext cx="17929891" cy="6661349"/>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4" name="Rounded Rectangle 13"/>
          <p:cNvSpPr/>
          <p:nvPr/>
        </p:nvSpPr>
        <p:spPr>
          <a:xfrm rot="907748">
            <a:off x="10304647" y="31632955"/>
            <a:ext cx="9508920" cy="2570890"/>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5" name="Rounded Rectangle 14"/>
          <p:cNvSpPr/>
          <p:nvPr/>
        </p:nvSpPr>
        <p:spPr>
          <a:xfrm rot="907748">
            <a:off x="15288679" y="-2657438"/>
            <a:ext cx="32558069" cy="37567392"/>
          </a:xfrm>
          <a:custGeom>
            <a:avLst/>
            <a:gdLst/>
            <a:ahLst/>
            <a:cxnLst/>
            <a:rect l="l" t="t" r="r" b="b"/>
            <a:pathLst>
              <a:path w="6782931" h="7826540">
                <a:moveTo>
                  <a:pt x="0" y="1349945"/>
                </a:moveTo>
                <a:lnTo>
                  <a:pt x="4993024" y="0"/>
                </a:lnTo>
                <a:lnTo>
                  <a:pt x="6782931" y="6620302"/>
                </a:lnTo>
                <a:lnTo>
                  <a:pt x="2321435" y="7826540"/>
                </a:lnTo>
                <a:lnTo>
                  <a:pt x="82090" y="7826540"/>
                </a:lnTo>
                <a:cubicBezTo>
                  <a:pt x="36753" y="7826540"/>
                  <a:pt x="0" y="7789787"/>
                  <a:pt x="0" y="774445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3042689" y="14025545"/>
            <a:ext cx="24311774" cy="8139029"/>
          </a:xfrm>
        </p:spPr>
        <p:txBody>
          <a:bodyPr/>
          <a:lstStyle/>
          <a:p>
            <a:r>
              <a:rPr lang="en-US"/>
              <a:t>Click to edit Master title style</a:t>
            </a:r>
          </a:p>
        </p:txBody>
      </p:sp>
      <p:sp>
        <p:nvSpPr>
          <p:cNvPr id="3" name="Content Placeholder 2"/>
          <p:cNvSpPr>
            <a:spLocks noGrp="1"/>
          </p:cNvSpPr>
          <p:nvPr>
            <p:ph idx="1"/>
          </p:nvPr>
        </p:nvSpPr>
        <p:spPr>
          <a:xfrm rot="900000">
            <a:off x="16699337" y="4606639"/>
            <a:ext cx="22361928" cy="2437259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rot="900000">
            <a:off x="8116745" y="2919910"/>
            <a:ext cx="8588904" cy="1752600"/>
          </a:xfrm>
        </p:spPr>
        <p:txBody>
          <a:bodyPr/>
          <a:lstStyle/>
          <a:p>
            <a:fld id="{93333F43-3E86-47E4-BFBB-2476D384E1C6}" type="datetime4">
              <a:rPr lang="en-US" smtClean="0"/>
              <a:pPr/>
              <a:t>May 26, 2017</a:t>
            </a:fld>
            <a:endParaRPr lang="en-US"/>
          </a:p>
        </p:txBody>
      </p:sp>
      <p:sp>
        <p:nvSpPr>
          <p:cNvPr id="5" name="Footer Placeholder 4"/>
          <p:cNvSpPr>
            <a:spLocks noGrp="1"/>
          </p:cNvSpPr>
          <p:nvPr>
            <p:ph type="ftr" sz="quarter" idx="11"/>
          </p:nvPr>
        </p:nvSpPr>
        <p:spPr>
          <a:xfrm rot="900000">
            <a:off x="14897378" y="29652223"/>
            <a:ext cx="11482738" cy="1752600"/>
          </a:xfrm>
        </p:spPr>
        <p:txBody>
          <a:bodyPr/>
          <a:lstStyle/>
          <a:p>
            <a:endParaRPr lang="en-US"/>
          </a:p>
        </p:txBody>
      </p:sp>
      <p:sp>
        <p:nvSpPr>
          <p:cNvPr id="6" name="Slide Number Placeholder 5"/>
          <p:cNvSpPr>
            <a:spLocks noGrp="1"/>
          </p:cNvSpPr>
          <p:nvPr>
            <p:ph type="sldNum" sz="quarter" idx="12"/>
          </p:nvPr>
        </p:nvSpPr>
        <p:spPr>
          <a:xfrm rot="900000">
            <a:off x="6073779" y="1443828"/>
            <a:ext cx="10979131" cy="1752600"/>
          </a:xfrm>
        </p:spPr>
        <p:txBody>
          <a:body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7" name="Rounded Rectangle 16"/>
          <p:cNvSpPr/>
          <p:nvPr/>
        </p:nvSpPr>
        <p:spPr>
          <a:xfrm rot="900000">
            <a:off x="-274635" y="-4884886"/>
            <a:ext cx="35574850" cy="16503250"/>
          </a:xfrm>
          <a:custGeom>
            <a:avLst/>
            <a:gdLst/>
            <a:ahLst/>
            <a:cxnLst/>
            <a:rect l="l" t="t" r="r" b="b"/>
            <a:pathLst>
              <a:path w="7411427" h="3438177">
                <a:moveTo>
                  <a:pt x="0" y="1985886"/>
                </a:moveTo>
                <a:lnTo>
                  <a:pt x="7411427" y="0"/>
                </a:lnTo>
                <a:lnTo>
                  <a:pt x="7411427" y="3356087"/>
                </a:lnTo>
                <a:cubicBezTo>
                  <a:pt x="7411427" y="3401424"/>
                  <a:pt x="7374674" y="3438177"/>
                  <a:pt x="7329337" y="3438177"/>
                </a:cubicBezTo>
                <a:lnTo>
                  <a:pt x="389140" y="3438177"/>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8" name="Rounded Rectangle 17"/>
          <p:cNvSpPr/>
          <p:nvPr/>
        </p:nvSpPr>
        <p:spPr>
          <a:xfrm rot="900000">
            <a:off x="-3727874" y="11605538"/>
            <a:ext cx="33592152" cy="24384389"/>
          </a:xfrm>
          <a:custGeom>
            <a:avLst/>
            <a:gdLst/>
            <a:ahLst/>
            <a:cxnLst/>
            <a:rect l="l" t="t" r="r" b="b"/>
            <a:pathLst>
              <a:path w="6998365" h="5080081">
                <a:moveTo>
                  <a:pt x="0" y="0"/>
                </a:moveTo>
                <a:lnTo>
                  <a:pt x="6916275" y="0"/>
                </a:lnTo>
                <a:cubicBezTo>
                  <a:pt x="6961612" y="0"/>
                  <a:pt x="6998365" y="36753"/>
                  <a:pt x="6998365" y="82090"/>
                </a:cubicBezTo>
                <a:lnTo>
                  <a:pt x="6998365" y="3569608"/>
                </a:lnTo>
                <a:lnTo>
                  <a:pt x="1361203" y="5080081"/>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9" name="Rounded Rectangle 18"/>
          <p:cNvSpPr/>
          <p:nvPr/>
        </p:nvSpPr>
        <p:spPr>
          <a:xfrm rot="900000">
            <a:off x="30422724" y="18123900"/>
            <a:ext cx="14890920" cy="17011358"/>
          </a:xfrm>
          <a:custGeom>
            <a:avLst/>
            <a:gdLst/>
            <a:ahLst/>
            <a:cxnLst/>
            <a:rect l="l" t="t" r="r" b="b"/>
            <a:pathLst>
              <a:path w="3102275" h="3544033">
                <a:moveTo>
                  <a:pt x="50137" y="6451"/>
                </a:moveTo>
                <a:cubicBezTo>
                  <a:pt x="59958" y="2297"/>
                  <a:pt x="70756" y="0"/>
                  <a:pt x="82090" y="0"/>
                </a:cubicBezTo>
                <a:lnTo>
                  <a:pt x="2375388" y="0"/>
                </a:lnTo>
                <a:lnTo>
                  <a:pt x="3102275" y="2712781"/>
                </a:lnTo>
                <a:lnTo>
                  <a:pt x="0" y="3544033"/>
                </a:lnTo>
                <a:lnTo>
                  <a:pt x="0" y="82090"/>
                </a:lnTo>
                <a:cubicBezTo>
                  <a:pt x="0" y="48087"/>
                  <a:pt x="20673" y="18913"/>
                  <a:pt x="50137" y="6451"/>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dirty="0"/>
          </a:p>
        </p:txBody>
      </p:sp>
      <p:sp>
        <p:nvSpPr>
          <p:cNvPr id="20" name="Rounded Rectangle 19"/>
          <p:cNvSpPr/>
          <p:nvPr/>
        </p:nvSpPr>
        <p:spPr>
          <a:xfrm rot="900000">
            <a:off x="35173821" y="-500698"/>
            <a:ext cx="11283010" cy="18340157"/>
          </a:xfrm>
          <a:custGeom>
            <a:avLst/>
            <a:gdLst/>
            <a:ahLst/>
            <a:cxnLst/>
            <a:rect l="l" t="t" r="r" b="b"/>
            <a:pathLst>
              <a:path w="2350627" h="3820866">
                <a:moveTo>
                  <a:pt x="1" y="355523"/>
                </a:moveTo>
                <a:lnTo>
                  <a:pt x="1326829" y="0"/>
                </a:lnTo>
                <a:lnTo>
                  <a:pt x="2350627" y="3820866"/>
                </a:lnTo>
                <a:lnTo>
                  <a:pt x="82091" y="3820866"/>
                </a:lnTo>
                <a:cubicBezTo>
                  <a:pt x="36754" y="3820866"/>
                  <a:pt x="1" y="3784113"/>
                  <a:pt x="0" y="3738776"/>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900000">
            <a:off x="2567935" y="14024779"/>
            <a:ext cx="27316104" cy="7539264"/>
          </a:xfrm>
        </p:spPr>
        <p:txBody>
          <a:bodyPr anchor="b">
            <a:noAutofit/>
          </a:bodyPr>
          <a:lstStyle>
            <a:lvl1pPr algn="r">
              <a:defRPr sz="23000" b="0" cap="none" baseline="0"/>
            </a:lvl1pPr>
          </a:lstStyle>
          <a:p>
            <a:r>
              <a:rPr lang="en-US"/>
              <a:t>Click to edit Master title style</a:t>
            </a:r>
            <a:endParaRPr lang="en-US" dirty="0"/>
          </a:p>
        </p:txBody>
      </p:sp>
      <p:sp>
        <p:nvSpPr>
          <p:cNvPr id="3" name="Text Placeholder 2"/>
          <p:cNvSpPr>
            <a:spLocks noGrp="1"/>
          </p:cNvSpPr>
          <p:nvPr>
            <p:ph type="body" idx="1"/>
          </p:nvPr>
        </p:nvSpPr>
        <p:spPr>
          <a:xfrm rot="900000">
            <a:off x="2581675" y="21572167"/>
            <a:ext cx="25303411" cy="7200898"/>
          </a:xfrm>
        </p:spPr>
        <p:txBody>
          <a:bodyPr anchor="t">
            <a:normAutofit/>
          </a:bodyPr>
          <a:lstStyle>
            <a:lvl1pPr marL="0" indent="0" algn="r">
              <a:buNone/>
              <a:defRPr sz="115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rot="900000">
            <a:off x="33016166" y="18054650"/>
            <a:ext cx="7315200" cy="1752600"/>
          </a:xfrm>
        </p:spPr>
        <p:txBody>
          <a:bodyPr/>
          <a:lstStyle>
            <a:lvl1pPr algn="l">
              <a:defRPr/>
            </a:lvl1pPr>
          </a:lstStyle>
          <a:p>
            <a:fld id="{751663BA-01FC-4367-B6F3-ABB2645D55F1}" type="datetime4">
              <a:rPr lang="en-US" smtClean="0"/>
              <a:pPr/>
              <a:t>May 26, 2017</a:t>
            </a:fld>
            <a:endParaRPr lang="en-US" dirty="0"/>
          </a:p>
        </p:txBody>
      </p:sp>
      <p:sp>
        <p:nvSpPr>
          <p:cNvPr id="5" name="Footer Placeholder 4"/>
          <p:cNvSpPr>
            <a:spLocks noGrp="1"/>
          </p:cNvSpPr>
          <p:nvPr>
            <p:ph type="ftr" sz="quarter" idx="11"/>
          </p:nvPr>
        </p:nvSpPr>
        <p:spPr>
          <a:xfrm rot="900000">
            <a:off x="33873434" y="15219818"/>
            <a:ext cx="9246264" cy="1752600"/>
          </a:xfrm>
        </p:spPr>
        <p:txBody>
          <a:bodyPr/>
          <a:lstStyle/>
          <a:p>
            <a:endParaRPr lang="en-US" dirty="0"/>
          </a:p>
        </p:txBody>
      </p:sp>
      <p:sp>
        <p:nvSpPr>
          <p:cNvPr id="6" name="Slide Number Placeholder 5"/>
          <p:cNvSpPr>
            <a:spLocks noGrp="1"/>
          </p:cNvSpPr>
          <p:nvPr>
            <p:ph type="sldNum" sz="quarter" idx="12"/>
          </p:nvPr>
        </p:nvSpPr>
        <p:spPr>
          <a:xfrm rot="900000" flipH="1">
            <a:off x="34446545" y="12773556"/>
            <a:ext cx="3283099" cy="1752600"/>
          </a:xfrm>
        </p:spPr>
        <p:txBody>
          <a:bodyPr/>
          <a:lstStyle>
            <a:lvl1pPr algn="l">
              <a:defRPr/>
            </a:lvl1pPr>
          </a:lstStyle>
          <a:p>
            <a:fld id="{F38DF745-7D3F-47F4-83A3-874385CFAA69}" type="slidenum">
              <a:rPr lang="en-US" smtClean="0"/>
              <a:pPr/>
              <a:t>‹#›</a:t>
            </a:fld>
            <a:endParaRPr lang="en-US" dirty="0"/>
          </a:p>
        </p:txBody>
      </p:sp>
    </p:spTree>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7" name="Rounded Rectangle 16"/>
          <p:cNvSpPr/>
          <p:nvPr/>
        </p:nvSpPr>
        <p:spPr>
          <a:xfrm rot="20707748">
            <a:off x="-4239478" y="-3004750"/>
            <a:ext cx="35711554" cy="35254075"/>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8" name="Rounded Rectangle 17"/>
          <p:cNvSpPr/>
          <p:nvPr/>
        </p:nvSpPr>
        <p:spPr>
          <a:xfrm rot="20707748">
            <a:off x="15540180" y="30122381"/>
            <a:ext cx="21059496" cy="559203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9" name="Rounded Rectangle 18"/>
          <p:cNvSpPr/>
          <p:nvPr/>
        </p:nvSpPr>
        <p:spPr>
          <a:xfrm rot="20707748">
            <a:off x="36771351" y="26219278"/>
            <a:ext cx="8203315" cy="7372814"/>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0" name="Rounded Rectangle 19"/>
          <p:cNvSpPr/>
          <p:nvPr/>
        </p:nvSpPr>
        <p:spPr>
          <a:xfrm rot="20707748">
            <a:off x="32006134" y="-2354626"/>
            <a:ext cx="14708798" cy="27896986"/>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24825089" y="10708918"/>
            <a:ext cx="23137445" cy="6893563"/>
          </a:xfrm>
        </p:spPr>
        <p:txBody>
          <a:bodyPr/>
          <a:lstStyle/>
          <a:p>
            <a:r>
              <a:rPr lang="en-US"/>
              <a:t>Click to edit Master title style</a:t>
            </a:r>
          </a:p>
        </p:txBody>
      </p:sp>
      <p:sp>
        <p:nvSpPr>
          <p:cNvPr id="3" name="Content Placeholder 2"/>
          <p:cNvSpPr>
            <a:spLocks noGrp="1"/>
          </p:cNvSpPr>
          <p:nvPr>
            <p:ph sz="half" idx="1"/>
          </p:nvPr>
        </p:nvSpPr>
        <p:spPr>
          <a:xfrm rot="-900000">
            <a:off x="4869307" y="6408293"/>
            <a:ext cx="12377318" cy="232312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rot="-900000">
            <a:off x="17764954" y="2966424"/>
            <a:ext cx="12384048" cy="23218445"/>
          </a:xfrm>
        </p:spPr>
        <p:txBody>
          <a:bodyPr anchor="t"/>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rot="-900000">
            <a:off x="37228411" y="28259580"/>
            <a:ext cx="5961504" cy="1752600"/>
          </a:xfrm>
        </p:spPr>
        <p:txBody>
          <a:bodyPr/>
          <a:lstStyle>
            <a:lvl1pPr algn="l">
              <a:defRPr/>
            </a:lvl1pPr>
          </a:lstStyle>
          <a:p>
            <a:fld id="{79B19C71-EC74-44AF-B27E-FC7DC3C3A61D}" type="datetime4">
              <a:rPr lang="en-US" smtClean="0"/>
              <a:pPr/>
              <a:t>May 26, 2017</a:t>
            </a:fld>
            <a:endParaRPr lang="en-US"/>
          </a:p>
        </p:txBody>
      </p:sp>
      <p:sp>
        <p:nvSpPr>
          <p:cNvPr id="6" name="Footer Placeholder 5"/>
          <p:cNvSpPr>
            <a:spLocks noGrp="1"/>
          </p:cNvSpPr>
          <p:nvPr>
            <p:ph type="ftr" sz="quarter" idx="11"/>
          </p:nvPr>
        </p:nvSpPr>
        <p:spPr>
          <a:xfrm rot="-900000">
            <a:off x="19462358" y="26372998"/>
            <a:ext cx="14996160" cy="1752600"/>
          </a:xfrm>
        </p:spPr>
        <p:txBody>
          <a:bodyPr/>
          <a:lstStyle>
            <a:lvl1pPr algn="r">
              <a:defRPr/>
            </a:lvl1pPr>
          </a:lstStyle>
          <a:p>
            <a:endParaRPr lang="en-US"/>
          </a:p>
        </p:txBody>
      </p:sp>
      <p:sp>
        <p:nvSpPr>
          <p:cNvPr id="7" name="Slide Number Placeholder 6"/>
          <p:cNvSpPr>
            <a:spLocks noGrp="1"/>
          </p:cNvSpPr>
          <p:nvPr>
            <p:ph type="sldNum" sz="quarter" idx="12"/>
          </p:nvPr>
        </p:nvSpPr>
        <p:spPr>
          <a:xfrm rot="-900000">
            <a:off x="36912790" y="27086930"/>
            <a:ext cx="5960126"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53" name="Rounded Rectangle 52"/>
          <p:cNvSpPr/>
          <p:nvPr/>
        </p:nvSpPr>
        <p:spPr>
          <a:xfrm rot="20707748">
            <a:off x="-4239478" y="-3004750"/>
            <a:ext cx="35711554" cy="35254075"/>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54" name="Rounded Rectangle 53"/>
          <p:cNvSpPr/>
          <p:nvPr/>
        </p:nvSpPr>
        <p:spPr>
          <a:xfrm rot="20707748">
            <a:off x="15540180" y="30122381"/>
            <a:ext cx="21059496" cy="559203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55" name="Rounded Rectangle 54"/>
          <p:cNvSpPr/>
          <p:nvPr/>
        </p:nvSpPr>
        <p:spPr>
          <a:xfrm rot="20707748">
            <a:off x="36771351" y="26219278"/>
            <a:ext cx="8203315" cy="7372814"/>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56" name="Rounded Rectangle 55"/>
          <p:cNvSpPr/>
          <p:nvPr/>
        </p:nvSpPr>
        <p:spPr>
          <a:xfrm rot="20707748">
            <a:off x="32006134" y="-2354626"/>
            <a:ext cx="14708798" cy="27896986"/>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24842419" y="10709453"/>
            <a:ext cx="23130662" cy="689091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rot="-900000">
            <a:off x="4102853" y="6752976"/>
            <a:ext cx="10623110" cy="3647357"/>
          </a:xfrm>
        </p:spPr>
        <p:txBody>
          <a:bodyPr anchor="b"/>
          <a:lstStyle>
            <a:lvl1pPr marL="0" indent="0">
              <a:buNone/>
              <a:defRPr sz="11500" b="0"/>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rot="-900000">
            <a:off x="5378487" y="10693896"/>
            <a:ext cx="12377318" cy="18905760"/>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rot="-900000">
            <a:off x="16971406" y="3300017"/>
            <a:ext cx="10630814" cy="3614606"/>
          </a:xfrm>
        </p:spPr>
        <p:txBody>
          <a:bodyPr anchor="b"/>
          <a:lstStyle>
            <a:lvl1pPr marL="0" indent="0">
              <a:buNone/>
              <a:defRPr sz="11500" b="0"/>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rot="-900000">
            <a:off x="18280791" y="7180233"/>
            <a:ext cx="12377318" cy="18988330"/>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rot="-900000">
            <a:off x="37219738" y="28265935"/>
            <a:ext cx="5969203" cy="1752600"/>
          </a:xfrm>
        </p:spPr>
        <p:txBody>
          <a:bodyPr/>
          <a:lstStyle>
            <a:lvl1pPr algn="l">
              <a:defRPr/>
            </a:lvl1pPr>
          </a:lstStyle>
          <a:p>
            <a:fld id="{6A5CDA29-3CBE-48EA-92AE-A996835462BA}" type="datetime4">
              <a:rPr lang="en-US" smtClean="0"/>
              <a:pPr/>
              <a:t>May 26, 2017</a:t>
            </a:fld>
            <a:endParaRPr lang="en-US"/>
          </a:p>
        </p:txBody>
      </p:sp>
      <p:sp>
        <p:nvSpPr>
          <p:cNvPr id="8" name="Footer Placeholder 7"/>
          <p:cNvSpPr>
            <a:spLocks noGrp="1"/>
          </p:cNvSpPr>
          <p:nvPr>
            <p:ph type="ftr" sz="quarter" idx="11"/>
          </p:nvPr>
        </p:nvSpPr>
        <p:spPr>
          <a:xfrm rot="-900000">
            <a:off x="19443802" y="26378614"/>
            <a:ext cx="14996160" cy="1752600"/>
          </a:xfrm>
        </p:spPr>
        <p:txBody>
          <a:bodyPr/>
          <a:lstStyle>
            <a:lvl1pPr algn="r">
              <a:defRPr/>
            </a:lvl1pPr>
          </a:lstStyle>
          <a:p>
            <a:endParaRPr lang="en-US"/>
          </a:p>
        </p:txBody>
      </p:sp>
      <p:sp>
        <p:nvSpPr>
          <p:cNvPr id="9" name="Slide Number Placeholder 8"/>
          <p:cNvSpPr>
            <a:spLocks noGrp="1"/>
          </p:cNvSpPr>
          <p:nvPr>
            <p:ph type="sldNum" sz="quarter" idx="12"/>
          </p:nvPr>
        </p:nvSpPr>
        <p:spPr>
          <a:xfrm rot="-900000">
            <a:off x="36912499" y="27080873"/>
            <a:ext cx="5969203"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 name="Rounded Rectangle 20"/>
          <p:cNvSpPr/>
          <p:nvPr/>
        </p:nvSpPr>
        <p:spPr>
          <a:xfrm rot="907748">
            <a:off x="-4154110" y="4082875"/>
            <a:ext cx="17354117" cy="29528275"/>
          </a:xfrm>
          <a:custGeom>
            <a:avLst/>
            <a:gdLst/>
            <a:ahLst/>
            <a:cxnLst/>
            <a:rect l="l" t="t" r="r" b="b"/>
            <a:pathLst>
              <a:path w="3615441" h="6151724">
                <a:moveTo>
                  <a:pt x="0" y="0"/>
                </a:moveTo>
                <a:lnTo>
                  <a:pt x="3533351" y="0"/>
                </a:lnTo>
                <a:cubicBezTo>
                  <a:pt x="3578688" y="0"/>
                  <a:pt x="3615441" y="36753"/>
                  <a:pt x="3615441" y="82090"/>
                </a:cubicBezTo>
                <a:lnTo>
                  <a:pt x="3615441" y="5623909"/>
                </a:lnTo>
                <a:lnTo>
                  <a:pt x="1663219" y="6151724"/>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2" name="Rounded Rectangle 21"/>
          <p:cNvSpPr/>
          <p:nvPr/>
        </p:nvSpPr>
        <p:spPr>
          <a:xfrm rot="907748">
            <a:off x="85195" y="-2455241"/>
            <a:ext cx="17929891" cy="6661349"/>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3" name="Rounded Rectangle 22"/>
          <p:cNvSpPr/>
          <p:nvPr/>
        </p:nvSpPr>
        <p:spPr>
          <a:xfrm rot="907748">
            <a:off x="10304647" y="31632955"/>
            <a:ext cx="9508920" cy="2570890"/>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4" name="Rounded Rectangle 23"/>
          <p:cNvSpPr/>
          <p:nvPr/>
        </p:nvSpPr>
        <p:spPr>
          <a:xfrm rot="907748">
            <a:off x="15288679" y="-2657438"/>
            <a:ext cx="32558069" cy="37567392"/>
          </a:xfrm>
          <a:custGeom>
            <a:avLst/>
            <a:gdLst/>
            <a:ahLst/>
            <a:cxnLst/>
            <a:rect l="l" t="t" r="r" b="b"/>
            <a:pathLst>
              <a:path w="6782931" h="7826540">
                <a:moveTo>
                  <a:pt x="0" y="1349945"/>
                </a:moveTo>
                <a:lnTo>
                  <a:pt x="4993024" y="0"/>
                </a:lnTo>
                <a:lnTo>
                  <a:pt x="6782931" y="6620302"/>
                </a:lnTo>
                <a:lnTo>
                  <a:pt x="2321435" y="7826540"/>
                </a:lnTo>
                <a:lnTo>
                  <a:pt x="82090" y="7826540"/>
                </a:lnTo>
                <a:cubicBezTo>
                  <a:pt x="36753" y="7826540"/>
                  <a:pt x="0" y="7789787"/>
                  <a:pt x="0" y="774445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3028493" y="14045184"/>
            <a:ext cx="24315725" cy="8119872"/>
          </a:xfrm>
        </p:spPr>
        <p:txBody>
          <a:bodyPr/>
          <a:lstStyle/>
          <a:p>
            <a:r>
              <a:rPr lang="en-US"/>
              <a:t>Click to edit Master title style</a:t>
            </a:r>
          </a:p>
        </p:txBody>
      </p:sp>
      <p:sp>
        <p:nvSpPr>
          <p:cNvPr id="3" name="Date Placeholder 2"/>
          <p:cNvSpPr>
            <a:spLocks noGrp="1"/>
          </p:cNvSpPr>
          <p:nvPr>
            <p:ph type="dt" sz="half" idx="10"/>
          </p:nvPr>
        </p:nvSpPr>
        <p:spPr>
          <a:xfrm rot="900000">
            <a:off x="8119872" y="2940713"/>
            <a:ext cx="8602675" cy="1752600"/>
          </a:xfrm>
        </p:spPr>
        <p:txBody>
          <a:bodyPr/>
          <a:lstStyle/>
          <a:p>
            <a:fld id="{E29EC054-3869-4501-B163-1BBFDE8DCE04}" type="datetime4">
              <a:rPr lang="en-US" smtClean="0"/>
              <a:pPr/>
              <a:t>May 26, 2017</a:t>
            </a:fld>
            <a:endParaRPr lang="en-US"/>
          </a:p>
        </p:txBody>
      </p:sp>
      <p:sp>
        <p:nvSpPr>
          <p:cNvPr id="4" name="Footer Placeholder 3"/>
          <p:cNvSpPr>
            <a:spLocks noGrp="1"/>
          </p:cNvSpPr>
          <p:nvPr>
            <p:ph type="ftr" sz="quarter" idx="11"/>
          </p:nvPr>
        </p:nvSpPr>
        <p:spPr>
          <a:xfrm rot="900000">
            <a:off x="11969863" y="29284961"/>
            <a:ext cx="14650142" cy="1752600"/>
          </a:xfrm>
        </p:spPr>
        <p:txBody>
          <a:bodyPr/>
          <a:lstStyle/>
          <a:p>
            <a:endParaRPr lang="en-US"/>
          </a:p>
        </p:txBody>
      </p:sp>
      <p:sp>
        <p:nvSpPr>
          <p:cNvPr id="5" name="Slide Number Placeholder 4"/>
          <p:cNvSpPr>
            <a:spLocks noGrp="1"/>
          </p:cNvSpPr>
          <p:nvPr>
            <p:ph type="sldNum" sz="quarter" idx="12"/>
          </p:nvPr>
        </p:nvSpPr>
        <p:spPr>
          <a:xfrm rot="900000">
            <a:off x="6056986" y="1448412"/>
            <a:ext cx="10972800" cy="1752600"/>
          </a:xfrm>
        </p:spPr>
        <p:txBody>
          <a:body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ounded Rectangle 11"/>
          <p:cNvSpPr/>
          <p:nvPr/>
        </p:nvSpPr>
        <p:spPr>
          <a:xfrm rot="900000">
            <a:off x="-1786788" y="-5847134"/>
            <a:ext cx="41174174" cy="30451747"/>
          </a:xfrm>
          <a:custGeom>
            <a:avLst/>
            <a:gdLst/>
            <a:ahLst/>
            <a:cxnLst/>
            <a:rect l="l" t="t" r="r" b="b"/>
            <a:pathLst>
              <a:path w="8577953" h="6344114">
                <a:moveTo>
                  <a:pt x="0" y="2298455"/>
                </a:moveTo>
                <a:lnTo>
                  <a:pt x="8577953" y="0"/>
                </a:lnTo>
                <a:lnTo>
                  <a:pt x="8577953" y="6262024"/>
                </a:lnTo>
                <a:cubicBezTo>
                  <a:pt x="8577953" y="6307361"/>
                  <a:pt x="8541200" y="6344113"/>
                  <a:pt x="8495863" y="6344113"/>
                </a:cubicBezTo>
                <a:lnTo>
                  <a:pt x="1084031" y="634411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3" name="Rounded Rectangle 12"/>
          <p:cNvSpPr/>
          <p:nvPr/>
        </p:nvSpPr>
        <p:spPr>
          <a:xfrm rot="900000">
            <a:off x="-2155541" y="24997870"/>
            <a:ext cx="35856000" cy="11936222"/>
          </a:xfrm>
          <a:custGeom>
            <a:avLst/>
            <a:gdLst/>
            <a:ahLst/>
            <a:cxnLst/>
            <a:rect l="l" t="t" r="r" b="b"/>
            <a:pathLst>
              <a:path w="7470000" h="2486713">
                <a:moveTo>
                  <a:pt x="0" y="0"/>
                </a:moveTo>
                <a:lnTo>
                  <a:pt x="7387910" y="0"/>
                </a:lnTo>
                <a:cubicBezTo>
                  <a:pt x="7433247" y="0"/>
                  <a:pt x="7470000" y="36753"/>
                  <a:pt x="7470000" y="82090"/>
                </a:cubicBezTo>
                <a:lnTo>
                  <a:pt x="7470000" y="663670"/>
                </a:lnTo>
                <a:lnTo>
                  <a:pt x="666313" y="2486713"/>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4" name="Rounded Rectangle 13"/>
          <p:cNvSpPr/>
          <p:nvPr/>
        </p:nvSpPr>
        <p:spPr>
          <a:xfrm rot="900000">
            <a:off x="34523088" y="31119965"/>
            <a:ext cx="9277603" cy="3051024"/>
          </a:xfrm>
          <a:custGeom>
            <a:avLst/>
            <a:gdLst/>
            <a:ahLst/>
            <a:cxnLst/>
            <a:rect l="l" t="t" r="r" b="b"/>
            <a:pathLst>
              <a:path w="1932834" h="635630">
                <a:moveTo>
                  <a:pt x="50137" y="6451"/>
                </a:moveTo>
                <a:cubicBezTo>
                  <a:pt x="59958" y="2297"/>
                  <a:pt x="70756" y="0"/>
                  <a:pt x="82090" y="0"/>
                </a:cubicBezTo>
                <a:lnTo>
                  <a:pt x="1901288" y="0"/>
                </a:lnTo>
                <a:lnTo>
                  <a:pt x="1932834" y="117729"/>
                </a:lnTo>
                <a:lnTo>
                  <a:pt x="0" y="635630"/>
                </a:lnTo>
                <a:lnTo>
                  <a:pt x="0" y="82090"/>
                </a:lnTo>
                <a:cubicBezTo>
                  <a:pt x="0" y="48087"/>
                  <a:pt x="20673" y="18913"/>
                  <a:pt x="50137" y="6451"/>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dirty="0"/>
          </a:p>
        </p:txBody>
      </p:sp>
      <p:sp>
        <p:nvSpPr>
          <p:cNvPr id="15" name="Rounded Rectangle 14"/>
          <p:cNvSpPr/>
          <p:nvPr/>
        </p:nvSpPr>
        <p:spPr>
          <a:xfrm rot="900000">
            <a:off x="39010006" y="443484"/>
            <a:ext cx="9019157" cy="30788318"/>
          </a:xfrm>
          <a:custGeom>
            <a:avLst/>
            <a:gdLst/>
            <a:ahLst/>
            <a:cxnLst/>
            <a:rect l="l" t="t" r="r" b="b"/>
            <a:pathLst>
              <a:path w="1878991" h="6414233">
                <a:moveTo>
                  <a:pt x="0" y="42953"/>
                </a:moveTo>
                <a:lnTo>
                  <a:pt x="160303" y="0"/>
                </a:lnTo>
                <a:lnTo>
                  <a:pt x="1878991" y="6414233"/>
                </a:lnTo>
                <a:lnTo>
                  <a:pt x="82090" y="6414233"/>
                </a:lnTo>
                <a:cubicBezTo>
                  <a:pt x="36753" y="6414233"/>
                  <a:pt x="0" y="6377480"/>
                  <a:pt x="0" y="633214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Date Placeholder 1"/>
          <p:cNvSpPr>
            <a:spLocks noGrp="1"/>
          </p:cNvSpPr>
          <p:nvPr>
            <p:ph type="dt" sz="half" idx="10"/>
          </p:nvPr>
        </p:nvSpPr>
        <p:spPr>
          <a:xfrm rot="900000">
            <a:off x="36105302" y="28450159"/>
            <a:ext cx="7315200" cy="1752600"/>
          </a:xfrm>
        </p:spPr>
        <p:txBody>
          <a:bodyPr/>
          <a:lstStyle>
            <a:lvl1pPr algn="l">
              <a:defRPr/>
            </a:lvl1pPr>
          </a:lstStyle>
          <a:p>
            <a:fld id="{0A63D831-56C1-49CF-8EF7-8B9A98402BCD}" type="datetime4">
              <a:rPr lang="en-US" smtClean="0"/>
              <a:pPr/>
              <a:t>May 26, 2017</a:t>
            </a:fld>
            <a:endParaRPr lang="en-US"/>
          </a:p>
        </p:txBody>
      </p:sp>
      <p:sp>
        <p:nvSpPr>
          <p:cNvPr id="3" name="Footer Placeholder 2"/>
          <p:cNvSpPr>
            <a:spLocks noGrp="1"/>
          </p:cNvSpPr>
          <p:nvPr>
            <p:ph type="ftr" sz="quarter" idx="11"/>
          </p:nvPr>
        </p:nvSpPr>
        <p:spPr>
          <a:xfrm rot="900000">
            <a:off x="18682973" y="28739021"/>
            <a:ext cx="14996160" cy="1416778"/>
          </a:xfrm>
        </p:spPr>
        <p:txBody>
          <a:bodyPr/>
          <a:lstStyle>
            <a:lvl1pPr algn="r">
              <a:defRPr/>
            </a:lvl1pPr>
          </a:lstStyle>
          <a:p>
            <a:endParaRPr lang="en-US"/>
          </a:p>
        </p:txBody>
      </p:sp>
      <p:sp>
        <p:nvSpPr>
          <p:cNvPr id="4" name="Slide Number Placeholder 3"/>
          <p:cNvSpPr>
            <a:spLocks noGrp="1"/>
          </p:cNvSpPr>
          <p:nvPr>
            <p:ph type="sldNum" sz="quarter" idx="12"/>
          </p:nvPr>
        </p:nvSpPr>
        <p:spPr>
          <a:xfrm rot="900000">
            <a:off x="36475421" y="26736530"/>
            <a:ext cx="3437789"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3" name="Rounded Rectangle 12"/>
          <p:cNvSpPr/>
          <p:nvPr/>
        </p:nvSpPr>
        <p:spPr>
          <a:xfrm rot="20707748">
            <a:off x="-4306848" y="-2997782"/>
            <a:ext cx="34977341" cy="28998422"/>
          </a:xfrm>
          <a:custGeom>
            <a:avLst/>
            <a:gdLst/>
            <a:ahLst/>
            <a:cxnLst/>
            <a:rect l="l" t="t" r="r" b="b"/>
            <a:pathLst>
              <a:path w="7286946" h="6041338">
                <a:moveTo>
                  <a:pt x="1604186" y="0"/>
                </a:moveTo>
                <a:lnTo>
                  <a:pt x="7286946" y="1508972"/>
                </a:lnTo>
                <a:lnTo>
                  <a:pt x="7286946" y="5959247"/>
                </a:lnTo>
                <a:cubicBezTo>
                  <a:pt x="7286946" y="6004584"/>
                  <a:pt x="7250193" y="6041337"/>
                  <a:pt x="7204856" y="6041337"/>
                </a:cubicBezTo>
                <a:lnTo>
                  <a:pt x="0" y="6041338"/>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4" name="Rounded Rectangle 13"/>
          <p:cNvSpPr/>
          <p:nvPr/>
        </p:nvSpPr>
        <p:spPr>
          <a:xfrm rot="20707748">
            <a:off x="311071" y="25815137"/>
            <a:ext cx="35727125" cy="11886869"/>
          </a:xfrm>
          <a:custGeom>
            <a:avLst/>
            <a:gdLst/>
            <a:ahLst/>
            <a:cxnLst/>
            <a:rect l="l" t="t" r="r" b="b"/>
            <a:pathLst>
              <a:path w="7443151" h="2476431">
                <a:moveTo>
                  <a:pt x="7393013" y="6452"/>
                </a:moveTo>
                <a:cubicBezTo>
                  <a:pt x="7422477" y="18914"/>
                  <a:pt x="7443150" y="48087"/>
                  <a:pt x="7443150" y="82090"/>
                </a:cubicBezTo>
                <a:lnTo>
                  <a:pt x="7443151" y="2476431"/>
                </a:lnTo>
                <a:lnTo>
                  <a:pt x="0" y="500014"/>
                </a:lnTo>
                <a:lnTo>
                  <a:pt x="132771" y="1"/>
                </a:lnTo>
                <a:lnTo>
                  <a:pt x="7361060" y="1"/>
                </a:lnTo>
                <a:cubicBezTo>
                  <a:pt x="7372394" y="0"/>
                  <a:pt x="7383192" y="2298"/>
                  <a:pt x="7393013" y="6452"/>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5" name="Rounded Rectangle 14"/>
          <p:cNvSpPr/>
          <p:nvPr/>
        </p:nvSpPr>
        <p:spPr>
          <a:xfrm rot="20707748">
            <a:off x="36772774" y="26207669"/>
            <a:ext cx="8203310" cy="7383850"/>
          </a:xfrm>
          <a:custGeom>
            <a:avLst/>
            <a:gdLst/>
            <a:ahLst/>
            <a:cxnLst/>
            <a:rect l="l" t="t" r="r" b="b"/>
            <a:pathLst>
              <a:path w="1709023" h="1538302">
                <a:moveTo>
                  <a:pt x="1709023" y="0"/>
                </a:moveTo>
                <a:lnTo>
                  <a:pt x="1300550" y="1538302"/>
                </a:lnTo>
                <a:lnTo>
                  <a:pt x="0" y="119296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6" name="Rounded Rectangle 15"/>
          <p:cNvSpPr/>
          <p:nvPr/>
        </p:nvSpPr>
        <p:spPr>
          <a:xfrm rot="20707748">
            <a:off x="32030931" y="-2351210"/>
            <a:ext cx="14683771" cy="27885163"/>
          </a:xfrm>
          <a:custGeom>
            <a:avLst/>
            <a:gdLst/>
            <a:ahLst/>
            <a:cxnLst/>
            <a:rect l="l" t="t" r="r" b="b"/>
            <a:pathLst>
              <a:path w="3059119" h="5809409">
                <a:moveTo>
                  <a:pt x="0" y="0"/>
                </a:moveTo>
                <a:lnTo>
                  <a:pt x="3059119" y="812303"/>
                </a:lnTo>
                <a:lnTo>
                  <a:pt x="1732212" y="5809409"/>
                </a:lnTo>
                <a:lnTo>
                  <a:pt x="82090" y="5809409"/>
                </a:lnTo>
                <a:cubicBezTo>
                  <a:pt x="36753" y="5809409"/>
                  <a:pt x="0" y="5772656"/>
                  <a:pt x="0" y="5727319"/>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24842419" y="10709453"/>
            <a:ext cx="23130662" cy="6890918"/>
          </a:xfrm>
        </p:spPr>
        <p:txBody>
          <a:bodyPr anchor="b"/>
          <a:lstStyle>
            <a:lvl1pPr algn="r">
              <a:defRPr sz="21100" b="0"/>
            </a:lvl1pPr>
          </a:lstStyle>
          <a:p>
            <a:r>
              <a:rPr lang="en-US"/>
              <a:t>Click to edit Master title style</a:t>
            </a:r>
            <a:endParaRPr lang="en-US" dirty="0"/>
          </a:p>
        </p:txBody>
      </p:sp>
      <p:sp>
        <p:nvSpPr>
          <p:cNvPr id="3" name="Content Placeholder 2"/>
          <p:cNvSpPr>
            <a:spLocks noGrp="1"/>
          </p:cNvSpPr>
          <p:nvPr>
            <p:ph idx="1"/>
          </p:nvPr>
        </p:nvSpPr>
        <p:spPr>
          <a:xfrm rot="-900000">
            <a:off x="4055270" y="4790078"/>
            <a:ext cx="25646880" cy="18663456"/>
          </a:xfrm>
        </p:spPr>
        <p:txBody>
          <a:bodyPr anchor="b"/>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900000">
            <a:off x="15439553" y="24694030"/>
            <a:ext cx="18865800" cy="4743029"/>
          </a:xfrm>
        </p:spPr>
        <p:txBody>
          <a:bodyPr>
            <a:normAutofit/>
          </a:bodyPr>
          <a:lstStyle>
            <a:lvl1pPr marL="0" indent="0" algn="r">
              <a:buNone/>
              <a:defRPr sz="86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rot="-900000">
            <a:off x="37219738" y="28265935"/>
            <a:ext cx="5969203" cy="1752600"/>
          </a:xfrm>
        </p:spPr>
        <p:txBody>
          <a:bodyPr/>
          <a:lstStyle>
            <a:lvl1pPr algn="l">
              <a:defRPr/>
            </a:lvl1pPr>
          </a:lstStyle>
          <a:p>
            <a:fld id="{6EAD5615-7F4F-4584-84D5-CC95918C321F}" type="datetime4">
              <a:rPr lang="en-US" smtClean="0"/>
              <a:pPr/>
              <a:t>May 26, 2017</a:t>
            </a:fld>
            <a:endParaRPr lang="en-US"/>
          </a:p>
        </p:txBody>
      </p:sp>
      <p:sp>
        <p:nvSpPr>
          <p:cNvPr id="6" name="Footer Placeholder 5"/>
          <p:cNvSpPr>
            <a:spLocks noGrp="1"/>
          </p:cNvSpPr>
          <p:nvPr>
            <p:ph type="ftr" sz="quarter" idx="11"/>
          </p:nvPr>
        </p:nvSpPr>
        <p:spPr>
          <a:xfrm rot="-900000">
            <a:off x="20467039" y="29275702"/>
            <a:ext cx="14702626" cy="1752600"/>
          </a:xfrm>
        </p:spPr>
        <p:txBody>
          <a:bodyPr/>
          <a:lstStyle>
            <a:lvl1pPr algn="r">
              <a:defRPr/>
            </a:lvl1pPr>
          </a:lstStyle>
          <a:p>
            <a:endParaRPr lang="en-US"/>
          </a:p>
        </p:txBody>
      </p:sp>
      <p:sp>
        <p:nvSpPr>
          <p:cNvPr id="7" name="Slide Number Placeholder 6"/>
          <p:cNvSpPr>
            <a:spLocks noGrp="1"/>
          </p:cNvSpPr>
          <p:nvPr>
            <p:ph type="sldNum" sz="quarter" idx="12"/>
          </p:nvPr>
        </p:nvSpPr>
        <p:spPr>
          <a:xfrm rot="-900000">
            <a:off x="36912499" y="27080873"/>
            <a:ext cx="5969203"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rot="900000">
            <a:off x="-2561765" y="-4702807"/>
            <a:ext cx="32029776" cy="32743685"/>
          </a:xfrm>
          <a:custGeom>
            <a:avLst/>
            <a:gdLst/>
            <a:ahLst/>
            <a:cxnLst/>
            <a:rect l="l" t="t" r="r" b="b"/>
            <a:pathLst>
              <a:path w="6672870" h="6821601">
                <a:moveTo>
                  <a:pt x="0" y="1787990"/>
                </a:moveTo>
                <a:lnTo>
                  <a:pt x="6672870" y="0"/>
                </a:lnTo>
                <a:lnTo>
                  <a:pt x="6672870" y="6739511"/>
                </a:lnTo>
                <a:cubicBezTo>
                  <a:pt x="6672870" y="6784848"/>
                  <a:pt x="6636117" y="6821601"/>
                  <a:pt x="6590780" y="6821601"/>
                </a:cubicBezTo>
                <a:lnTo>
                  <a:pt x="1348753" y="6821601"/>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6" name="Rounded Rectangle 15"/>
          <p:cNvSpPr/>
          <p:nvPr/>
        </p:nvSpPr>
        <p:spPr>
          <a:xfrm rot="900000">
            <a:off x="-1362701" y="28654666"/>
            <a:ext cx="25442371" cy="7180579"/>
          </a:xfrm>
          <a:custGeom>
            <a:avLst/>
            <a:gdLst/>
            <a:ahLst/>
            <a:cxnLst/>
            <a:rect l="l" t="t" r="r" b="b"/>
            <a:pathLst>
              <a:path w="5300494" h="1495954">
                <a:moveTo>
                  <a:pt x="0" y="0"/>
                </a:moveTo>
                <a:lnTo>
                  <a:pt x="5218404" y="0"/>
                </a:lnTo>
                <a:cubicBezTo>
                  <a:pt x="5263741" y="0"/>
                  <a:pt x="5300494" y="36753"/>
                  <a:pt x="5300494" y="82090"/>
                </a:cubicBezTo>
                <a:lnTo>
                  <a:pt x="5300494" y="183095"/>
                </a:lnTo>
                <a:lnTo>
                  <a:pt x="400840" y="149595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7" name="Rounded Rectangle 16"/>
          <p:cNvSpPr/>
          <p:nvPr/>
        </p:nvSpPr>
        <p:spPr>
          <a:xfrm rot="900000">
            <a:off x="33265404" y="-1164621"/>
            <a:ext cx="11684328" cy="6641390"/>
          </a:xfrm>
          <a:custGeom>
            <a:avLst/>
            <a:gdLst/>
            <a:ahLst/>
            <a:cxnLst/>
            <a:rect l="l" t="t" r="r" b="b"/>
            <a:pathLst>
              <a:path w="2434235" h="1383623">
                <a:moveTo>
                  <a:pt x="0" y="552912"/>
                </a:moveTo>
                <a:lnTo>
                  <a:pt x="2063495" y="0"/>
                </a:lnTo>
                <a:lnTo>
                  <a:pt x="2434235" y="1383623"/>
                </a:lnTo>
                <a:lnTo>
                  <a:pt x="82090" y="1383622"/>
                </a:lnTo>
                <a:cubicBezTo>
                  <a:pt x="36754" y="1383622"/>
                  <a:pt x="0" y="1346869"/>
                  <a:pt x="0" y="130153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8" name="Rounded Rectangle 17"/>
          <p:cNvSpPr/>
          <p:nvPr/>
        </p:nvSpPr>
        <p:spPr>
          <a:xfrm rot="900000">
            <a:off x="28318953" y="6154085"/>
            <a:ext cx="18445162" cy="29656560"/>
          </a:xfrm>
          <a:custGeom>
            <a:avLst/>
            <a:gdLst/>
            <a:ahLst/>
            <a:cxnLst/>
            <a:rect l="l" t="t" r="r" b="b"/>
            <a:pathLst>
              <a:path w="3842742" h="6178450">
                <a:moveTo>
                  <a:pt x="50137" y="6451"/>
                </a:moveTo>
                <a:cubicBezTo>
                  <a:pt x="59958" y="2297"/>
                  <a:pt x="70756" y="0"/>
                  <a:pt x="82090" y="0"/>
                </a:cubicBezTo>
                <a:lnTo>
                  <a:pt x="2463128" y="0"/>
                </a:lnTo>
                <a:lnTo>
                  <a:pt x="3842742" y="5148790"/>
                </a:lnTo>
                <a:lnTo>
                  <a:pt x="0" y="6178450"/>
                </a:lnTo>
                <a:lnTo>
                  <a:pt x="0" y="82090"/>
                </a:lnTo>
                <a:cubicBezTo>
                  <a:pt x="0" y="48087"/>
                  <a:pt x="20674" y="18913"/>
                  <a:pt x="5013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4500000">
            <a:off x="21975713" y="13175690"/>
            <a:ext cx="24174638" cy="9586229"/>
          </a:xfrm>
        </p:spPr>
        <p:txBody>
          <a:bodyPr anchor="t">
            <a:normAutofit/>
          </a:bodyPr>
          <a:lstStyle>
            <a:lvl1pPr algn="r">
              <a:defRPr sz="21100" b="0"/>
            </a:lvl1pPr>
          </a:lstStyle>
          <a:p>
            <a:r>
              <a:rPr lang="en-US"/>
              <a:t>Click to edit Master title style</a:t>
            </a:r>
          </a:p>
        </p:txBody>
      </p:sp>
      <p:sp>
        <p:nvSpPr>
          <p:cNvPr id="3" name="Picture Placeholder 2"/>
          <p:cNvSpPr>
            <a:spLocks noGrp="1"/>
          </p:cNvSpPr>
          <p:nvPr>
            <p:ph type="pic" idx="1"/>
          </p:nvPr>
        </p:nvSpPr>
        <p:spPr>
          <a:xfrm rot="900000">
            <a:off x="7236139" y="2955509"/>
            <a:ext cx="20752819" cy="15813206"/>
          </a:xfrm>
          <a:prstGeom prst="roundRect">
            <a:avLst>
              <a:gd name="adj" fmla="val 4992"/>
            </a:avLst>
          </a:prstGeom>
          <a:ln w="19050">
            <a:solidFill>
              <a:schemeClr val="tx1"/>
            </a:solidFill>
          </a:ln>
          <a:effectLst>
            <a:innerShdw blurRad="101600" dir="13500000">
              <a:prstClr val="black">
                <a:alpha val="70000"/>
              </a:prstClr>
            </a:innerShdw>
          </a:effectLst>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rot="900000">
            <a:off x="3949390" y="19973405"/>
            <a:ext cx="20692392" cy="5776992"/>
          </a:xfrm>
        </p:spPr>
        <p:txBody>
          <a:bodyPr anchor="t">
            <a:normAutofit/>
          </a:bodyPr>
          <a:lstStyle>
            <a:lvl1pPr marL="0" indent="0" algn="ctr">
              <a:buNone/>
              <a:defRPr sz="96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rot="900000">
            <a:off x="33563496" y="2742026"/>
            <a:ext cx="7315200" cy="1752600"/>
          </a:xfrm>
        </p:spPr>
        <p:txBody>
          <a:bodyPr/>
          <a:lstStyle>
            <a:lvl1pPr algn="l">
              <a:defRPr/>
            </a:lvl1pPr>
          </a:lstStyle>
          <a:p>
            <a:fld id="{76EEA923-9BEE-48CE-9F28-5B525F399BAD}" type="datetime4">
              <a:rPr lang="en-US" smtClean="0"/>
              <a:pPr/>
              <a:t>May 26, 2017</a:t>
            </a:fld>
            <a:endParaRPr lang="en-US"/>
          </a:p>
        </p:txBody>
      </p:sp>
      <p:sp>
        <p:nvSpPr>
          <p:cNvPr id="6" name="Footer Placeholder 5"/>
          <p:cNvSpPr>
            <a:spLocks noGrp="1"/>
          </p:cNvSpPr>
          <p:nvPr>
            <p:ph type="ftr" sz="quarter" idx="11"/>
          </p:nvPr>
        </p:nvSpPr>
        <p:spPr>
          <a:xfrm rot="900000">
            <a:off x="3107004" y="24780151"/>
            <a:ext cx="14291774" cy="1752600"/>
          </a:xfrm>
        </p:spPr>
        <p:txBody>
          <a:bodyPr/>
          <a:lstStyle>
            <a:lvl1pPr algn="l">
              <a:defRPr/>
            </a:lvl1pPr>
          </a:lstStyle>
          <a:p>
            <a:endParaRPr lang="en-US"/>
          </a:p>
        </p:txBody>
      </p:sp>
      <p:sp>
        <p:nvSpPr>
          <p:cNvPr id="7" name="Slide Number Placeholder 6"/>
          <p:cNvSpPr>
            <a:spLocks noGrp="1"/>
          </p:cNvSpPr>
          <p:nvPr>
            <p:ph type="sldNum" sz="quarter" idx="12"/>
          </p:nvPr>
        </p:nvSpPr>
        <p:spPr>
          <a:xfrm rot="900000">
            <a:off x="33823058" y="1877062"/>
            <a:ext cx="9423298" cy="1752600"/>
          </a:xfrm>
        </p:spPr>
        <p:txBody>
          <a:bodyPr/>
          <a:lstStyle>
            <a:lvl1pPr algn="l">
              <a:defRPr/>
            </a:lvl1pPr>
          </a:lstStyle>
          <a:p>
            <a:fld id="{F38DF745-7D3F-47F4-83A3-874385CFAA69}" type="slidenum">
              <a:rPr lang="en-US" smtClean="0"/>
              <a:pPr/>
              <a:t>‹#›</a:t>
            </a:fld>
            <a:endParaRPr lang="en-US" dirty="0"/>
          </a:p>
        </p:txBody>
      </p:sp>
    </p:spTree>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2" name="Rounded Rectangle 11"/>
          <p:cNvSpPr/>
          <p:nvPr/>
        </p:nvSpPr>
        <p:spPr>
          <a:xfrm rot="20707748">
            <a:off x="-4300407" y="-3678230"/>
            <a:ext cx="39997517" cy="28293024"/>
          </a:xfrm>
          <a:custGeom>
            <a:avLst/>
            <a:gdLst/>
            <a:ahLst/>
            <a:cxnLst/>
            <a:rect l="l" t="t" r="r" b="b"/>
            <a:pathLst>
              <a:path w="8332816" h="5894380">
                <a:moveTo>
                  <a:pt x="1565164" y="0"/>
                </a:moveTo>
                <a:lnTo>
                  <a:pt x="8332816" y="1797049"/>
                </a:lnTo>
                <a:lnTo>
                  <a:pt x="8332816" y="5812290"/>
                </a:lnTo>
                <a:cubicBezTo>
                  <a:pt x="8332816" y="5857627"/>
                  <a:pt x="8296063" y="5894380"/>
                  <a:pt x="8250726" y="5894380"/>
                </a:cubicBezTo>
                <a:lnTo>
                  <a:pt x="0" y="5894380"/>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3" name="Rounded Rectangle 12"/>
          <p:cNvSpPr/>
          <p:nvPr/>
        </p:nvSpPr>
        <p:spPr>
          <a:xfrm rot="20707748">
            <a:off x="310781" y="24430167"/>
            <a:ext cx="40934611" cy="13975027"/>
          </a:xfrm>
          <a:custGeom>
            <a:avLst/>
            <a:gdLst/>
            <a:ahLst/>
            <a:cxnLst/>
            <a:rect l="l" t="t" r="r" b="b"/>
            <a:pathLst>
              <a:path w="8528044" h="2911464">
                <a:moveTo>
                  <a:pt x="8477907" y="6451"/>
                </a:moveTo>
                <a:cubicBezTo>
                  <a:pt x="8507371" y="18913"/>
                  <a:pt x="8528044" y="48087"/>
                  <a:pt x="8528044" y="82090"/>
                </a:cubicBezTo>
                <a:lnTo>
                  <a:pt x="8528044" y="2911464"/>
                </a:lnTo>
                <a:lnTo>
                  <a:pt x="0" y="646970"/>
                </a:lnTo>
                <a:lnTo>
                  <a:pt x="171794" y="0"/>
                </a:lnTo>
                <a:lnTo>
                  <a:pt x="8445954" y="0"/>
                </a:lnTo>
                <a:cubicBezTo>
                  <a:pt x="8457288" y="0"/>
                  <a:pt x="8468086" y="2297"/>
                  <a:pt x="847790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4" name="Rounded Rectangle 13"/>
          <p:cNvSpPr/>
          <p:nvPr/>
        </p:nvSpPr>
        <p:spPr>
          <a:xfrm rot="20707748">
            <a:off x="40962855" y="18429614"/>
            <a:ext cx="4853971" cy="14372880"/>
          </a:xfrm>
          <a:custGeom>
            <a:avLst/>
            <a:gdLst/>
            <a:ahLst/>
            <a:cxnLst/>
            <a:rect l="l" t="t" r="r" b="b"/>
            <a:pathLst>
              <a:path w="1011244" h="2994350">
                <a:moveTo>
                  <a:pt x="1011244" y="0"/>
                </a:moveTo>
                <a:lnTo>
                  <a:pt x="216140" y="2994350"/>
                </a:lnTo>
                <a:lnTo>
                  <a:pt x="0" y="2936957"/>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5" name="Rounded Rectangle 14"/>
          <p:cNvSpPr/>
          <p:nvPr/>
        </p:nvSpPr>
        <p:spPr>
          <a:xfrm rot="20707748">
            <a:off x="36424754" y="-1544818"/>
            <a:ext cx="9487397" cy="19549469"/>
          </a:xfrm>
          <a:custGeom>
            <a:avLst/>
            <a:gdLst/>
            <a:ahLst/>
            <a:cxnLst/>
            <a:rect l="l" t="t" r="r" b="b"/>
            <a:pathLst>
              <a:path w="1976541" h="4072806">
                <a:moveTo>
                  <a:pt x="0" y="0"/>
                </a:moveTo>
                <a:lnTo>
                  <a:pt x="1976541" y="524841"/>
                </a:lnTo>
                <a:lnTo>
                  <a:pt x="1034432" y="4072806"/>
                </a:lnTo>
                <a:lnTo>
                  <a:pt x="82090" y="4072806"/>
                </a:lnTo>
                <a:cubicBezTo>
                  <a:pt x="36753" y="4072806"/>
                  <a:pt x="0" y="4036053"/>
                  <a:pt x="0" y="3990716"/>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Title 1"/>
          <p:cNvSpPr>
            <a:spLocks noGrp="1"/>
          </p:cNvSpPr>
          <p:nvPr>
            <p:ph type="title"/>
          </p:nvPr>
        </p:nvSpPr>
        <p:spPr>
          <a:xfrm rot="-900000">
            <a:off x="15282636" y="22850064"/>
            <a:ext cx="24022814" cy="6237802"/>
          </a:xfrm>
        </p:spPr>
        <p:txBody>
          <a:bodyPr anchor="t"/>
          <a:lstStyle/>
          <a:p>
            <a:r>
              <a:rPr lang="en-US"/>
              <a:t>Click to edit Master title style</a:t>
            </a:r>
          </a:p>
        </p:txBody>
      </p:sp>
      <p:sp>
        <p:nvSpPr>
          <p:cNvPr id="3" name="Vertical Text Placeholder 2"/>
          <p:cNvSpPr>
            <a:spLocks noGrp="1"/>
          </p:cNvSpPr>
          <p:nvPr>
            <p:ph type="body" orient="vert" idx="1"/>
          </p:nvPr>
        </p:nvSpPr>
        <p:spPr>
          <a:xfrm rot="-900000">
            <a:off x="3752902" y="4725991"/>
            <a:ext cx="31590139" cy="173028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rot="-900000">
            <a:off x="33582744" y="29944812"/>
            <a:ext cx="7315200" cy="1752600"/>
          </a:xfrm>
        </p:spPr>
        <p:txBody>
          <a:bodyPr/>
          <a:lstStyle/>
          <a:p>
            <a:fld id="{F3131F9E-604E-4343-9F29-EF72E8231CAD}" type="datetime4">
              <a:rPr lang="en-US" smtClean="0"/>
              <a:pPr/>
              <a:t>May 26, 2017</a:t>
            </a:fld>
            <a:endParaRPr lang="en-US"/>
          </a:p>
        </p:txBody>
      </p:sp>
      <p:sp>
        <p:nvSpPr>
          <p:cNvPr id="5" name="Footer Placeholder 4"/>
          <p:cNvSpPr>
            <a:spLocks noGrp="1"/>
          </p:cNvSpPr>
          <p:nvPr>
            <p:ph type="ftr" sz="quarter" idx="11"/>
          </p:nvPr>
        </p:nvSpPr>
        <p:spPr>
          <a:xfrm rot="-900000">
            <a:off x="25544875" y="29255014"/>
            <a:ext cx="14996160" cy="1752600"/>
          </a:xfrm>
        </p:spPr>
        <p:txBody>
          <a:bodyPr/>
          <a:lstStyle>
            <a:lvl1pPr algn="r">
              <a:defRPr/>
            </a:lvl1pPr>
          </a:lstStyle>
          <a:p>
            <a:endParaRPr lang="en-US"/>
          </a:p>
        </p:txBody>
      </p:sp>
      <p:sp>
        <p:nvSpPr>
          <p:cNvPr id="6" name="Slide Number Placeholder 5"/>
          <p:cNvSpPr>
            <a:spLocks noGrp="1"/>
          </p:cNvSpPr>
          <p:nvPr>
            <p:ph type="sldNum" sz="quarter" idx="12"/>
          </p:nvPr>
        </p:nvSpPr>
        <p:spPr>
          <a:xfrm rot="-900000">
            <a:off x="39277106" y="15585300"/>
            <a:ext cx="4355736"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Rounded Rectangle 11"/>
          <p:cNvSpPr/>
          <p:nvPr/>
        </p:nvSpPr>
        <p:spPr>
          <a:xfrm rot="20707748">
            <a:off x="-4237954" y="-3005110"/>
            <a:ext cx="35712749" cy="35266210"/>
          </a:xfrm>
          <a:custGeom>
            <a:avLst/>
            <a:gdLst/>
            <a:ahLst/>
            <a:cxnLst/>
            <a:rect l="l" t="t" r="r" b="b"/>
            <a:pathLst>
              <a:path w="7440156" h="7347127">
                <a:moveTo>
                  <a:pt x="1760047" y="0"/>
                </a:moveTo>
                <a:lnTo>
                  <a:pt x="7440156" y="1508269"/>
                </a:lnTo>
                <a:lnTo>
                  <a:pt x="7440156" y="7265037"/>
                </a:lnTo>
                <a:cubicBezTo>
                  <a:pt x="7440156" y="7310374"/>
                  <a:pt x="7403403" y="7347127"/>
                  <a:pt x="7358066" y="7347127"/>
                </a:cubicBezTo>
                <a:lnTo>
                  <a:pt x="2707078" y="7347127"/>
                </a:lnTo>
                <a:lnTo>
                  <a:pt x="0" y="6628304"/>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3" name="Rounded Rectangle 12"/>
          <p:cNvSpPr/>
          <p:nvPr/>
        </p:nvSpPr>
        <p:spPr>
          <a:xfrm rot="20707748">
            <a:off x="15490730" y="30116467"/>
            <a:ext cx="21104050" cy="5603866"/>
          </a:xfrm>
          <a:custGeom>
            <a:avLst/>
            <a:gdLst/>
            <a:ahLst/>
            <a:cxnLst/>
            <a:rect l="l" t="t" r="r" b="b"/>
            <a:pathLst>
              <a:path w="4396677" h="1167472">
                <a:moveTo>
                  <a:pt x="4346539" y="6451"/>
                </a:moveTo>
                <a:cubicBezTo>
                  <a:pt x="4376003" y="18913"/>
                  <a:pt x="4396677" y="48087"/>
                  <a:pt x="4396677" y="82090"/>
                </a:cubicBezTo>
                <a:lnTo>
                  <a:pt x="4396677" y="1167472"/>
                </a:lnTo>
                <a:lnTo>
                  <a:pt x="0" y="0"/>
                </a:lnTo>
                <a:lnTo>
                  <a:pt x="4314586" y="0"/>
                </a:lnTo>
                <a:cubicBezTo>
                  <a:pt x="4325920" y="0"/>
                  <a:pt x="4336718" y="2297"/>
                  <a:pt x="4346539"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4" name="Rounded Rectangle 13"/>
          <p:cNvSpPr/>
          <p:nvPr/>
        </p:nvSpPr>
        <p:spPr>
          <a:xfrm rot="20707748">
            <a:off x="36765718" y="26206678"/>
            <a:ext cx="8210731" cy="7385707"/>
          </a:xfrm>
          <a:custGeom>
            <a:avLst/>
            <a:gdLst/>
            <a:ahLst/>
            <a:cxnLst/>
            <a:rect l="l" t="t" r="r" b="b"/>
            <a:pathLst>
              <a:path w="1710569" h="1538689">
                <a:moveTo>
                  <a:pt x="1710569" y="1"/>
                </a:moveTo>
                <a:lnTo>
                  <a:pt x="1301993" y="1538689"/>
                </a:lnTo>
                <a:lnTo>
                  <a:pt x="0" y="1192965"/>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15" name="Rounded Rectangle 14"/>
          <p:cNvSpPr/>
          <p:nvPr/>
        </p:nvSpPr>
        <p:spPr>
          <a:xfrm rot="20707748">
            <a:off x="31998845" y="-2355507"/>
            <a:ext cx="14715725" cy="27896981"/>
          </a:xfrm>
          <a:custGeom>
            <a:avLst/>
            <a:gdLst/>
            <a:ahLst/>
            <a:cxnLst/>
            <a:rect l="l" t="t" r="r" b="b"/>
            <a:pathLst>
              <a:path w="3065776" h="5811871">
                <a:moveTo>
                  <a:pt x="0" y="0"/>
                </a:moveTo>
                <a:lnTo>
                  <a:pt x="3065776" y="814071"/>
                </a:lnTo>
                <a:lnTo>
                  <a:pt x="1738684" y="5811871"/>
                </a:lnTo>
                <a:lnTo>
                  <a:pt x="82090" y="5811871"/>
                </a:lnTo>
                <a:cubicBezTo>
                  <a:pt x="36753" y="5811871"/>
                  <a:pt x="0" y="5775118"/>
                  <a:pt x="0" y="572978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rtlCol="0" anchor="ctr"/>
          <a:lstStyle/>
          <a:p>
            <a:pPr algn="ctr"/>
            <a:endParaRPr lang="en-US"/>
          </a:p>
        </p:txBody>
      </p:sp>
      <p:sp>
        <p:nvSpPr>
          <p:cNvPr id="2" name="Vertical Title 1"/>
          <p:cNvSpPr>
            <a:spLocks noGrp="1"/>
          </p:cNvSpPr>
          <p:nvPr>
            <p:ph type="title" orient="vert"/>
          </p:nvPr>
        </p:nvSpPr>
        <p:spPr>
          <a:xfrm rot="-900000">
            <a:off x="32608008" y="2454783"/>
            <a:ext cx="6890918" cy="231306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rot="-900000">
            <a:off x="4645260" y="5163233"/>
            <a:ext cx="25914984" cy="2442367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rot="-900000">
            <a:off x="37219738" y="28265935"/>
            <a:ext cx="5969203" cy="1752600"/>
          </a:xfrm>
        </p:spPr>
        <p:txBody>
          <a:bodyPr/>
          <a:lstStyle>
            <a:lvl1pPr algn="l">
              <a:defRPr/>
            </a:lvl1pPr>
          </a:lstStyle>
          <a:p>
            <a:fld id="{34A8E1CE-37F8-4102-8DF9-852A0A51F293}" type="datetime4">
              <a:rPr lang="en-US" smtClean="0"/>
              <a:pPr/>
              <a:t>May 26, 2017</a:t>
            </a:fld>
            <a:endParaRPr lang="en-US"/>
          </a:p>
        </p:txBody>
      </p:sp>
      <p:sp>
        <p:nvSpPr>
          <p:cNvPr id="5" name="Footer Placeholder 4"/>
          <p:cNvSpPr>
            <a:spLocks noGrp="1"/>
          </p:cNvSpPr>
          <p:nvPr>
            <p:ph type="ftr" sz="quarter" idx="11"/>
          </p:nvPr>
        </p:nvSpPr>
        <p:spPr>
          <a:xfrm rot="-900000">
            <a:off x="23989478" y="29703574"/>
            <a:ext cx="11425469" cy="1752600"/>
          </a:xfrm>
        </p:spPr>
        <p:txBody>
          <a:bodyPr/>
          <a:lstStyle>
            <a:lvl1pPr algn="r">
              <a:defRPr/>
            </a:lvl1pPr>
          </a:lstStyle>
          <a:p>
            <a:endParaRPr lang="en-US"/>
          </a:p>
        </p:txBody>
      </p:sp>
      <p:sp>
        <p:nvSpPr>
          <p:cNvPr id="6" name="Slide Number Placeholder 5"/>
          <p:cNvSpPr>
            <a:spLocks noGrp="1"/>
          </p:cNvSpPr>
          <p:nvPr>
            <p:ph type="sldNum" sz="quarter" idx="12"/>
          </p:nvPr>
        </p:nvSpPr>
        <p:spPr>
          <a:xfrm rot="-900000">
            <a:off x="36912499" y="27080873"/>
            <a:ext cx="5969203" cy="1752600"/>
          </a:xfrm>
        </p:spPr>
        <p:txBody>
          <a:bodyPr/>
          <a:lstStyle>
            <a:lvl1pPr algn="l">
              <a:defRPr/>
            </a:lvl1pPr>
          </a:lstStyle>
          <a:p>
            <a:fld id="{F38DF745-7D3F-47F4-83A3-874385CFAA69}" type="slidenum">
              <a:rPr lang="en-US" smtClean="0"/>
              <a:pPr/>
              <a:t>‹#›</a:t>
            </a:fld>
            <a:endParaRPr lang="en-US"/>
          </a:p>
        </p:txBody>
      </p:sp>
    </p:spTree>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Scan1080Base.png"/>
          <p:cNvPicPr>
            <a:picLocks noChangeAspect="1"/>
          </p:cNvPicPr>
          <p:nvPr/>
        </p:nvPicPr>
        <p:blipFill>
          <a:blip r:embed="rId13" cstate="print">
            <a:lum bright="-38000"/>
          </a:blip>
          <a:stretch>
            <a:fillRect/>
          </a:stretch>
        </p:blipFill>
        <p:spPr>
          <a:xfrm>
            <a:off x="0" y="0"/>
            <a:ext cx="43891200" cy="32918400"/>
          </a:xfrm>
          <a:prstGeom prst="rect">
            <a:avLst/>
          </a:prstGeom>
        </p:spPr>
      </p:pic>
      <p:sp>
        <p:nvSpPr>
          <p:cNvPr id="2" name="Title Placeholder 1"/>
          <p:cNvSpPr>
            <a:spLocks noGrp="1"/>
          </p:cNvSpPr>
          <p:nvPr>
            <p:ph type="title"/>
          </p:nvPr>
        </p:nvSpPr>
        <p:spPr>
          <a:xfrm rot="-5400000">
            <a:off x="-3232582" y="13473871"/>
            <a:ext cx="25538866" cy="8832418"/>
          </a:xfrm>
          <a:prstGeom prst="rect">
            <a:avLst/>
          </a:prstGeom>
        </p:spPr>
        <p:txBody>
          <a:bodyPr vert="horz" lIns="438912" tIns="219456" rIns="438912" bIns="219456"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7556480" y="4754880"/>
            <a:ext cx="24129715" cy="22960070"/>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4381440" y="29260807"/>
            <a:ext cx="7315200" cy="1752600"/>
          </a:xfrm>
          <a:prstGeom prst="rect">
            <a:avLst/>
          </a:prstGeom>
        </p:spPr>
        <p:txBody>
          <a:bodyPr vert="horz" lIns="438912" tIns="219456" rIns="438912" bIns="219456" rtlCol="0" anchor="ctr"/>
          <a:lstStyle>
            <a:lvl1pPr algn="r">
              <a:defRPr sz="5800">
                <a:solidFill>
                  <a:schemeClr val="tx1">
                    <a:tint val="75000"/>
                  </a:schemeClr>
                </a:solidFill>
                <a:effectLst/>
              </a:defRPr>
            </a:lvl1pPr>
          </a:lstStyle>
          <a:p>
            <a:fld id="{17D0EFEE-2756-4A20-BF2A-63F0A94F99AC}" type="datetime4">
              <a:rPr lang="en-US" smtClean="0"/>
              <a:pPr/>
              <a:t>May 26, 2017</a:t>
            </a:fld>
            <a:endParaRPr lang="en-US" dirty="0"/>
          </a:p>
        </p:txBody>
      </p:sp>
      <p:sp>
        <p:nvSpPr>
          <p:cNvPr id="5" name="Footer Placeholder 4"/>
          <p:cNvSpPr>
            <a:spLocks noGrp="1"/>
          </p:cNvSpPr>
          <p:nvPr>
            <p:ph type="ftr" sz="quarter" idx="3"/>
          </p:nvPr>
        </p:nvSpPr>
        <p:spPr>
          <a:xfrm>
            <a:off x="19385280" y="29260807"/>
            <a:ext cx="1499616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422626" y="2555959"/>
            <a:ext cx="10241280" cy="1752600"/>
          </a:xfrm>
          <a:prstGeom prst="rect">
            <a:avLst/>
          </a:prstGeom>
        </p:spPr>
        <p:txBody>
          <a:bodyPr vert="horz" lIns="438912" tIns="219456" rIns="438912" bIns="219456" rtlCol="0" anchor="ctr"/>
          <a:lstStyle>
            <a:lvl1pPr algn="r">
              <a:defRPr sz="11500">
                <a:solidFill>
                  <a:schemeClr val="tx1">
                    <a:tint val="75000"/>
                  </a:schemeClr>
                </a:solidFill>
              </a:defRPr>
            </a:lvl1pPr>
          </a:lstStyle>
          <a:p>
            <a:fld id="{F38DF745-7D3F-47F4-83A3-874385CFAA69}"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med">
    <p:fade thruBlk="1"/>
  </p:transition>
  <p:txStyles>
    <p:titleStyle>
      <a:lvl1pPr algn="r" defTabSz="4389120" rtl="0" eaLnBrk="1" latinLnBrk="0" hangingPunct="1">
        <a:spcBef>
          <a:spcPct val="0"/>
        </a:spcBef>
        <a:buNone/>
        <a:defRPr sz="211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55648" indent="-1755648" algn="l" defTabSz="4389120" rtl="0" eaLnBrk="1" latinLnBrk="0" hangingPunct="1">
        <a:spcBef>
          <a:spcPct val="20000"/>
        </a:spcBef>
        <a:spcAft>
          <a:spcPts val="2880"/>
        </a:spcAft>
        <a:buSzPct val="160000"/>
        <a:buFont typeface="Wingdings" pitchFamily="2" charset="2"/>
        <a:buChar char=""/>
        <a:defRPr sz="13400" kern="1200">
          <a:solidFill>
            <a:schemeClr val="tx1"/>
          </a:solidFill>
          <a:effectLst>
            <a:outerShdw blurRad="38100" dist="38100" dir="2700000" algn="tl">
              <a:srgbClr val="000000">
                <a:alpha val="43137"/>
              </a:srgbClr>
            </a:outerShdw>
          </a:effectLst>
          <a:latin typeface="+mn-lt"/>
          <a:ea typeface="+mn-ea"/>
          <a:cs typeface="+mn-cs"/>
        </a:defRPr>
      </a:lvl1pPr>
      <a:lvl2pPr marL="3511296" indent="-1755648" algn="l" defTabSz="4389120" rtl="0" eaLnBrk="1" latinLnBrk="0" hangingPunct="1">
        <a:spcBef>
          <a:spcPct val="20000"/>
        </a:spcBef>
        <a:spcAft>
          <a:spcPts val="2880"/>
        </a:spcAft>
        <a:buSzPct val="160000"/>
        <a:buFont typeface="Wingdings" pitchFamily="2" charset="2"/>
        <a:buChar char=""/>
        <a:defRPr sz="11500" kern="1200">
          <a:solidFill>
            <a:schemeClr val="tx1"/>
          </a:solidFill>
          <a:effectLst>
            <a:outerShdw blurRad="38100" dist="38100" dir="2700000" algn="tl">
              <a:srgbClr val="000000">
                <a:alpha val="43137"/>
              </a:srgbClr>
            </a:outerShdw>
          </a:effectLst>
          <a:latin typeface="+mn-lt"/>
          <a:ea typeface="+mn-ea"/>
          <a:cs typeface="+mn-cs"/>
        </a:defRPr>
      </a:lvl2pPr>
      <a:lvl3pPr marL="5266944" indent="-1536192" algn="l" defTabSz="4389120" rtl="0" eaLnBrk="1" latinLnBrk="0" hangingPunct="1">
        <a:spcBef>
          <a:spcPct val="20000"/>
        </a:spcBef>
        <a:spcAft>
          <a:spcPts val="2880"/>
        </a:spcAft>
        <a:buSzPct val="160000"/>
        <a:buFont typeface="Wingdings" pitchFamily="2" charset="2"/>
        <a:buChar char=""/>
        <a:defRPr sz="9600" kern="1200">
          <a:solidFill>
            <a:schemeClr val="tx1"/>
          </a:solidFill>
          <a:effectLst>
            <a:outerShdw blurRad="38100" dist="38100" dir="2700000" algn="tl">
              <a:srgbClr val="000000">
                <a:alpha val="43137"/>
              </a:srgbClr>
            </a:outerShdw>
          </a:effectLst>
          <a:latin typeface="+mn-lt"/>
          <a:ea typeface="+mn-ea"/>
          <a:cs typeface="+mn-cs"/>
        </a:defRPr>
      </a:lvl3pPr>
      <a:lvl4pPr marL="6583680" indent="-1316736" algn="l" defTabSz="4389120" rtl="0" eaLnBrk="1" latinLnBrk="0" hangingPunct="1">
        <a:spcBef>
          <a:spcPct val="20000"/>
        </a:spcBef>
        <a:spcAft>
          <a:spcPts val="2880"/>
        </a:spcAft>
        <a:buSzPct val="160000"/>
        <a:buFont typeface="Wingdings" pitchFamily="2" charset="2"/>
        <a:buChar char=""/>
        <a:defRPr sz="8600" kern="1200">
          <a:solidFill>
            <a:schemeClr val="tx1"/>
          </a:solidFill>
          <a:effectLst>
            <a:outerShdw blurRad="38100" dist="38100" dir="2700000" algn="tl">
              <a:srgbClr val="000000">
                <a:alpha val="43137"/>
              </a:srgbClr>
            </a:outerShdw>
          </a:effectLst>
          <a:latin typeface="+mn-lt"/>
          <a:ea typeface="+mn-ea"/>
          <a:cs typeface="+mn-cs"/>
        </a:defRPr>
      </a:lvl4pPr>
      <a:lvl5pPr marL="7900416" indent="-1316736" algn="l" defTabSz="4389120" rtl="0" eaLnBrk="1" latinLnBrk="0" hangingPunct="1">
        <a:spcBef>
          <a:spcPct val="20000"/>
        </a:spcBef>
        <a:spcAft>
          <a:spcPts val="2880"/>
        </a:spcAft>
        <a:buSzPct val="160000"/>
        <a:buFont typeface="Wingdings" pitchFamily="2" charset="2"/>
        <a:buChar char=""/>
        <a:defRPr sz="8600" kern="1200">
          <a:solidFill>
            <a:schemeClr val="tx1"/>
          </a:solidFill>
          <a:effectLst>
            <a:outerShdw blurRad="38100" dist="38100" dir="2700000" algn="tl">
              <a:srgbClr val="000000">
                <a:alpha val="43137"/>
              </a:srgbClr>
            </a:outerShdw>
          </a:effectLst>
          <a:latin typeface="+mn-lt"/>
          <a:ea typeface="+mn-ea"/>
          <a:cs typeface="+mn-cs"/>
        </a:defRPr>
      </a:lvl5pPr>
      <a:lvl6pPr marL="9217152" indent="-1097280" algn="l" defTabSz="4389120" rtl="0" eaLnBrk="1" latinLnBrk="0" hangingPunct="1">
        <a:spcBef>
          <a:spcPts val="115"/>
        </a:spcBef>
        <a:spcAft>
          <a:spcPts val="2880"/>
        </a:spcAft>
        <a:buClrTx/>
        <a:buSzPct val="130000"/>
        <a:buFont typeface="Wingdings" pitchFamily="2" charset="2"/>
        <a:buChar char=""/>
        <a:defRPr sz="77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10533888" indent="-1097280" algn="l" defTabSz="4389120" rtl="0" eaLnBrk="1" latinLnBrk="0" hangingPunct="1">
        <a:spcBef>
          <a:spcPts val="115"/>
        </a:spcBef>
        <a:spcAft>
          <a:spcPts val="2880"/>
        </a:spcAft>
        <a:buClrTx/>
        <a:buSzPct val="130000"/>
        <a:buFont typeface="Wingdings" pitchFamily="2" charset="2"/>
        <a:buChar char=""/>
        <a:defRPr sz="77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11850624" indent="-1097280" algn="l" defTabSz="4389120" rtl="0" eaLnBrk="1" latinLnBrk="0" hangingPunct="1">
        <a:spcBef>
          <a:spcPts val="115"/>
        </a:spcBef>
        <a:spcAft>
          <a:spcPts val="2880"/>
        </a:spcAft>
        <a:buClrTx/>
        <a:buSzPct val="130000"/>
        <a:buFont typeface="Wingdings" pitchFamily="2" charset="2"/>
        <a:buChar char=""/>
        <a:defRPr sz="77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13167360" indent="-1097280" algn="l" defTabSz="4389120" rtl="0" eaLnBrk="1" latinLnBrk="0" hangingPunct="1">
        <a:spcBef>
          <a:spcPts val="115"/>
        </a:spcBef>
        <a:spcAft>
          <a:spcPts val="2880"/>
        </a:spcAft>
        <a:buClrTx/>
        <a:buSzPct val="130000"/>
        <a:buFont typeface="Wingdings" pitchFamily="2" charset="2"/>
        <a:buChar char=""/>
        <a:defRPr sz="77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Rectangle 275"/>
          <p:cNvSpPr/>
          <p:nvPr/>
        </p:nvSpPr>
        <p:spPr bwMode="auto">
          <a:xfrm>
            <a:off x="0" y="0"/>
            <a:ext cx="43891200" cy="32918400"/>
          </a:xfrm>
          <a:prstGeom prst="rect">
            <a:avLst/>
          </a:prstGeom>
          <a:gradFill flip="none" rotWithShape="1">
            <a:gsLst>
              <a:gs pos="0">
                <a:schemeClr val="tx2">
                  <a:lumMod val="75000"/>
                  <a:alpha val="60000"/>
                </a:schemeClr>
              </a:gs>
              <a:gs pos="100000">
                <a:schemeClr val="accent5">
                  <a:lumMod val="50000"/>
                  <a:alpha val="0"/>
                </a:schemeClr>
              </a:gs>
            </a:gsLst>
            <a:path path="circle">
              <a:fillToRect l="50000" t="50000" r="50000" b="50000"/>
            </a:path>
            <a:tileRect/>
          </a:gradFill>
          <a:ln w="9525" cap="flat" cmpd="sng" algn="ctr">
            <a:noFill/>
            <a:prstDash val="solid"/>
            <a:round/>
            <a:headEnd type="none" w="med" len="med"/>
            <a:tailEnd type="none" w="med" len="med"/>
          </a:ln>
          <a:effectLst/>
          <a:extLst/>
        </p:spPr>
        <p:txBody>
          <a:bodyPr/>
          <a:lstStyle/>
          <a:p>
            <a:pPr defTabSz="4702175">
              <a:defRPr/>
            </a:pPr>
            <a:endParaRPr lang="en-US" b="1" dirty="0"/>
          </a:p>
        </p:txBody>
      </p:sp>
      <p:sp>
        <p:nvSpPr>
          <p:cNvPr id="1026" name="Rectangle 7"/>
          <p:cNvSpPr>
            <a:spLocks noChangeArrowheads="1"/>
          </p:cNvSpPr>
          <p:nvPr/>
        </p:nvSpPr>
        <p:spPr bwMode="auto">
          <a:xfrm>
            <a:off x="685800" y="17678400"/>
            <a:ext cx="12984161" cy="14759123"/>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pPr>
              <a:spcBef>
                <a:spcPts val="60"/>
              </a:spcBef>
              <a:spcAft>
                <a:spcPts val="1200"/>
              </a:spcAft>
            </a:pPr>
            <a:r>
              <a:rPr lang="en-GB" sz="4800" b="1" dirty="0">
                <a:solidFill>
                  <a:schemeClr val="accent2">
                    <a:lumMod val="50000"/>
                  </a:schemeClr>
                </a:solidFill>
                <a:latin typeface="Arial" charset="0"/>
              </a:rPr>
              <a:t>Methods</a:t>
            </a:r>
          </a:p>
          <a:p>
            <a:pPr>
              <a:spcBef>
                <a:spcPts val="60"/>
              </a:spcBef>
              <a:spcAft>
                <a:spcPts val="1200"/>
              </a:spcAft>
            </a:pPr>
            <a:endParaRPr lang="en-GB" sz="4400" b="1" dirty="0">
              <a:solidFill>
                <a:schemeClr val="accent2">
                  <a:lumMod val="50000"/>
                </a:schemeClr>
              </a:solidFill>
              <a:latin typeface="Arial" charset="0"/>
            </a:endParaRPr>
          </a:p>
        </p:txBody>
      </p:sp>
      <p:sp>
        <p:nvSpPr>
          <p:cNvPr id="1027" name="Rectangle 8"/>
          <p:cNvSpPr>
            <a:spLocks noChangeArrowheads="1"/>
          </p:cNvSpPr>
          <p:nvPr/>
        </p:nvSpPr>
        <p:spPr bwMode="auto">
          <a:xfrm>
            <a:off x="685800" y="6629398"/>
            <a:ext cx="12984161" cy="10682550"/>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pPr>
              <a:spcBef>
                <a:spcPct val="50000"/>
              </a:spcBef>
              <a:spcAft>
                <a:spcPts val="1200"/>
              </a:spcAft>
            </a:pPr>
            <a:r>
              <a:rPr lang="en-GB" sz="4800" b="1" dirty="0">
                <a:solidFill>
                  <a:schemeClr val="accent2">
                    <a:lumMod val="50000"/>
                  </a:schemeClr>
                </a:solidFill>
                <a:latin typeface="Arial" charset="0"/>
              </a:rPr>
              <a:t>Introduction</a:t>
            </a:r>
          </a:p>
          <a:p>
            <a:pPr algn="just">
              <a:spcBef>
                <a:spcPct val="50000"/>
              </a:spcBef>
              <a:spcAft>
                <a:spcPts val="1200"/>
              </a:spcAft>
            </a:pPr>
            <a:r>
              <a:rPr lang="en-US" sz="4400" dirty="0">
                <a:solidFill>
                  <a:schemeClr val="accent2">
                    <a:lumMod val="50000"/>
                  </a:schemeClr>
                </a:solidFill>
                <a:latin typeface="Arial" charset="0"/>
              </a:rPr>
              <a:t>Alzheimer’s Disease (AD), a neurodegenerative disease is a progressive disease that affects the brain gradually with time and worsens. Reliable and early diagnosis of AD and its prodromal stages (i.e. Mild Cognitive Impairment(MCI)) is essential. Deep learning has recently been applied to the analysis of structural and functional brain imaging data [1]. Here we introduce a deep learning based classification using neural networks with dimensionality reduction techniques to classify the different stages of AD based on FDG-PET image analysis.</a:t>
            </a:r>
            <a:endParaRPr lang="en-GB" sz="4400" dirty="0">
              <a:solidFill>
                <a:schemeClr val="accent2">
                  <a:lumMod val="50000"/>
                </a:schemeClr>
              </a:solidFill>
              <a:latin typeface="Arial" charset="0"/>
            </a:endParaRPr>
          </a:p>
          <a:p>
            <a:pPr>
              <a:spcBef>
                <a:spcPct val="50000"/>
              </a:spcBef>
              <a:spcAft>
                <a:spcPts val="1200"/>
              </a:spcAft>
            </a:pPr>
            <a:endParaRPr lang="en-GB" sz="4000" b="1" dirty="0">
              <a:solidFill>
                <a:schemeClr val="accent2">
                  <a:lumMod val="50000"/>
                </a:schemeClr>
              </a:solidFill>
              <a:latin typeface="Arial" charset="0"/>
            </a:endParaRPr>
          </a:p>
        </p:txBody>
      </p:sp>
      <p:sp>
        <p:nvSpPr>
          <p:cNvPr id="1029" name="Text Box 12"/>
          <p:cNvSpPr txBox="1">
            <a:spLocks noChangeArrowheads="1"/>
          </p:cNvSpPr>
          <p:nvPr/>
        </p:nvSpPr>
        <p:spPr bwMode="auto">
          <a:xfrm>
            <a:off x="6444156" y="475704"/>
            <a:ext cx="37447044" cy="2369880"/>
          </a:xfrm>
          <a:prstGeom prst="rect">
            <a:avLst/>
          </a:prstGeom>
          <a:noFill/>
          <a:ln w="9525">
            <a:noFill/>
            <a:miter lim="800000"/>
            <a:headEnd/>
            <a:tailEnd/>
          </a:ln>
          <a:effectLst>
            <a:outerShdw dist="71842" dir="2700000" algn="ctr" rotWithShape="0">
              <a:schemeClr val="accent1"/>
            </a:outerShdw>
          </a:effectLst>
          <a:extLst>
            <a:ext uri="{909E8E84-426E-40DD-AFC4-6F175D3DCCD1}">
              <a14:hiddenFill xmlns:a14="http://schemas.microsoft.com/office/drawing/2010/main">
                <a:solidFill>
                  <a:srgbClr val="FFFFFF"/>
                </a:solidFill>
              </a14:hiddenFill>
            </a:ext>
          </a:extLst>
        </p:spPr>
        <p:txBody>
          <a:bodyPr wrap="square" lIns="540000" tIns="0" rIns="540000" bIns="0">
            <a:spAutoFit/>
          </a:bodyPr>
          <a:lstStyle>
            <a:lvl1pPr>
              <a:defRPr sz="9300">
                <a:solidFill>
                  <a:schemeClr val="tx1"/>
                </a:solidFill>
                <a:latin typeface="Tahoma" pitchFamily="34" charset="0"/>
              </a:defRPr>
            </a:lvl1pPr>
            <a:lvl2pPr marL="742950" indent="-285750">
              <a:defRPr sz="9300">
                <a:solidFill>
                  <a:schemeClr val="tx1"/>
                </a:solidFill>
                <a:latin typeface="Tahoma" pitchFamily="34" charset="0"/>
              </a:defRPr>
            </a:lvl2pPr>
            <a:lvl3pPr marL="1143000" indent="-228600">
              <a:defRPr sz="9300">
                <a:solidFill>
                  <a:schemeClr val="tx1"/>
                </a:solidFill>
                <a:latin typeface="Tahoma" pitchFamily="34" charset="0"/>
              </a:defRPr>
            </a:lvl3pPr>
            <a:lvl4pPr marL="1600200" indent="-228600">
              <a:defRPr sz="9300">
                <a:solidFill>
                  <a:schemeClr val="tx1"/>
                </a:solidFill>
                <a:latin typeface="Tahoma" pitchFamily="34" charset="0"/>
              </a:defRPr>
            </a:lvl4pPr>
            <a:lvl5pPr marL="2057400" indent="-228600">
              <a:defRPr sz="9300">
                <a:solidFill>
                  <a:schemeClr val="tx1"/>
                </a:solidFill>
                <a:latin typeface="Tahoma" pitchFamily="34" charset="0"/>
              </a:defRPr>
            </a:lvl5pPr>
            <a:lvl6pPr marL="2514600" indent="-228600" eaLnBrk="0" fontAlgn="base" hangingPunct="0">
              <a:spcBef>
                <a:spcPct val="0"/>
              </a:spcBef>
              <a:spcAft>
                <a:spcPct val="0"/>
              </a:spcAft>
              <a:defRPr sz="9300">
                <a:solidFill>
                  <a:schemeClr val="tx1"/>
                </a:solidFill>
                <a:latin typeface="Tahoma" pitchFamily="34" charset="0"/>
              </a:defRPr>
            </a:lvl6pPr>
            <a:lvl7pPr marL="2971800" indent="-228600" eaLnBrk="0" fontAlgn="base" hangingPunct="0">
              <a:spcBef>
                <a:spcPct val="0"/>
              </a:spcBef>
              <a:spcAft>
                <a:spcPct val="0"/>
              </a:spcAft>
              <a:defRPr sz="9300">
                <a:solidFill>
                  <a:schemeClr val="tx1"/>
                </a:solidFill>
                <a:latin typeface="Tahoma" pitchFamily="34" charset="0"/>
              </a:defRPr>
            </a:lvl7pPr>
            <a:lvl8pPr marL="3429000" indent="-228600" eaLnBrk="0" fontAlgn="base" hangingPunct="0">
              <a:spcBef>
                <a:spcPct val="0"/>
              </a:spcBef>
              <a:spcAft>
                <a:spcPct val="0"/>
              </a:spcAft>
              <a:defRPr sz="9300">
                <a:solidFill>
                  <a:schemeClr val="tx1"/>
                </a:solidFill>
                <a:latin typeface="Tahoma" pitchFamily="34" charset="0"/>
              </a:defRPr>
            </a:lvl8pPr>
            <a:lvl9pPr marL="3886200" indent="-228600" eaLnBrk="0" fontAlgn="base" hangingPunct="0">
              <a:spcBef>
                <a:spcPct val="0"/>
              </a:spcBef>
              <a:spcAft>
                <a:spcPct val="0"/>
              </a:spcAft>
              <a:defRPr sz="9300">
                <a:solidFill>
                  <a:schemeClr val="tx1"/>
                </a:solidFill>
                <a:latin typeface="Tahoma" pitchFamily="34" charset="0"/>
              </a:defRPr>
            </a:lvl9pPr>
          </a:lstStyle>
          <a:p>
            <a:r>
              <a:rPr lang="en-US" sz="8000" dirty="0"/>
              <a:t>Deep Learning based Classification of FDG-PET Data for Alzheimer's Disease</a:t>
            </a:r>
          </a:p>
          <a:p>
            <a:pPr algn="ctr"/>
            <a:endParaRPr lang="en-AU" sz="7400" b="1" dirty="0">
              <a:ea typeface="Arial Unicode MS" pitchFamily="34" charset="-128"/>
              <a:cs typeface="Arial Unicode MS" pitchFamily="34" charset="-128"/>
            </a:endParaRPr>
          </a:p>
        </p:txBody>
      </p:sp>
      <p:sp>
        <p:nvSpPr>
          <p:cNvPr id="1030" name="Text Box 13"/>
          <p:cNvSpPr txBox="1">
            <a:spLocks noChangeArrowheads="1"/>
          </p:cNvSpPr>
          <p:nvPr/>
        </p:nvSpPr>
        <p:spPr bwMode="auto">
          <a:xfrm>
            <a:off x="5791200" y="2743200"/>
            <a:ext cx="375666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360000" tIns="0" rIns="360000" bIns="0">
            <a:spAutoFit/>
          </a:bodyPr>
          <a:lstStyle>
            <a:lvl1pPr>
              <a:defRPr sz="9300">
                <a:solidFill>
                  <a:schemeClr val="tx1"/>
                </a:solidFill>
                <a:latin typeface="Tahoma" pitchFamily="34" charset="0"/>
              </a:defRPr>
            </a:lvl1pPr>
            <a:lvl2pPr marL="742950" indent="-285750">
              <a:defRPr sz="9300">
                <a:solidFill>
                  <a:schemeClr val="tx1"/>
                </a:solidFill>
                <a:latin typeface="Tahoma" pitchFamily="34" charset="0"/>
              </a:defRPr>
            </a:lvl2pPr>
            <a:lvl3pPr marL="1143000" indent="-228600">
              <a:defRPr sz="9300">
                <a:solidFill>
                  <a:schemeClr val="tx1"/>
                </a:solidFill>
                <a:latin typeface="Tahoma" pitchFamily="34" charset="0"/>
              </a:defRPr>
            </a:lvl3pPr>
            <a:lvl4pPr marL="1600200" indent="-228600">
              <a:defRPr sz="9300">
                <a:solidFill>
                  <a:schemeClr val="tx1"/>
                </a:solidFill>
                <a:latin typeface="Tahoma" pitchFamily="34" charset="0"/>
              </a:defRPr>
            </a:lvl4pPr>
            <a:lvl5pPr marL="2057400" indent="-228600">
              <a:defRPr sz="9300">
                <a:solidFill>
                  <a:schemeClr val="tx1"/>
                </a:solidFill>
                <a:latin typeface="Tahoma" pitchFamily="34" charset="0"/>
              </a:defRPr>
            </a:lvl5pPr>
            <a:lvl6pPr marL="2514600" indent="-228600" eaLnBrk="0" fontAlgn="base" hangingPunct="0">
              <a:spcBef>
                <a:spcPct val="0"/>
              </a:spcBef>
              <a:spcAft>
                <a:spcPct val="0"/>
              </a:spcAft>
              <a:defRPr sz="9300">
                <a:solidFill>
                  <a:schemeClr val="tx1"/>
                </a:solidFill>
                <a:latin typeface="Tahoma" pitchFamily="34" charset="0"/>
              </a:defRPr>
            </a:lvl6pPr>
            <a:lvl7pPr marL="2971800" indent="-228600" eaLnBrk="0" fontAlgn="base" hangingPunct="0">
              <a:spcBef>
                <a:spcPct val="0"/>
              </a:spcBef>
              <a:spcAft>
                <a:spcPct val="0"/>
              </a:spcAft>
              <a:defRPr sz="9300">
                <a:solidFill>
                  <a:schemeClr val="tx1"/>
                </a:solidFill>
                <a:latin typeface="Tahoma" pitchFamily="34" charset="0"/>
              </a:defRPr>
            </a:lvl7pPr>
            <a:lvl8pPr marL="3429000" indent="-228600" eaLnBrk="0" fontAlgn="base" hangingPunct="0">
              <a:spcBef>
                <a:spcPct val="0"/>
              </a:spcBef>
              <a:spcAft>
                <a:spcPct val="0"/>
              </a:spcAft>
              <a:defRPr sz="9300">
                <a:solidFill>
                  <a:schemeClr val="tx1"/>
                </a:solidFill>
                <a:latin typeface="Tahoma" pitchFamily="34" charset="0"/>
              </a:defRPr>
            </a:lvl8pPr>
            <a:lvl9pPr marL="3886200" indent="-228600" eaLnBrk="0" fontAlgn="base" hangingPunct="0">
              <a:spcBef>
                <a:spcPct val="0"/>
              </a:spcBef>
              <a:spcAft>
                <a:spcPct val="0"/>
              </a:spcAft>
              <a:defRPr sz="9300">
                <a:solidFill>
                  <a:schemeClr val="tx1"/>
                </a:solidFill>
                <a:latin typeface="Tahoma" pitchFamily="34" charset="0"/>
              </a:defRPr>
            </a:lvl9pPr>
          </a:lstStyle>
          <a:p>
            <a:pPr algn="ctr"/>
            <a:r>
              <a:rPr lang="en-US" sz="4400" b="1" dirty="0">
                <a:solidFill>
                  <a:srgbClr val="FFC000"/>
                </a:solidFill>
              </a:rPr>
              <a:t>Shibani Singh MS</a:t>
            </a:r>
            <a:r>
              <a:rPr lang="en-US" sz="4400" b="1" baseline="30000" dirty="0">
                <a:solidFill>
                  <a:srgbClr val="FFC000"/>
                </a:solidFill>
              </a:rPr>
              <a:t>1</a:t>
            </a:r>
            <a:r>
              <a:rPr lang="en-US" sz="4400" b="1" dirty="0">
                <a:solidFill>
                  <a:srgbClr val="FFC000"/>
                </a:solidFill>
              </a:rPr>
              <a:t>, Anant Srivastava MS</a:t>
            </a:r>
            <a:r>
              <a:rPr lang="en-US" sz="4400" b="1" baseline="30000" dirty="0">
                <a:solidFill>
                  <a:srgbClr val="FFC000"/>
                </a:solidFill>
              </a:rPr>
              <a:t>1</a:t>
            </a:r>
            <a:r>
              <a:rPr lang="en-US" sz="4400" b="1" dirty="0">
                <a:solidFill>
                  <a:srgbClr val="FFC000"/>
                </a:solidFill>
              </a:rPr>
              <a:t>,  Liang Mi PhD</a:t>
            </a:r>
            <a:r>
              <a:rPr lang="en-US" sz="4400" b="1" baseline="30000" dirty="0">
                <a:solidFill>
                  <a:srgbClr val="FFC000"/>
                </a:solidFill>
              </a:rPr>
              <a:t>1</a:t>
            </a:r>
            <a:r>
              <a:rPr lang="en-US" sz="4400" b="1" dirty="0">
                <a:solidFill>
                  <a:srgbClr val="FFC000"/>
                </a:solidFill>
              </a:rPr>
              <a:t>, Dhruman Goradia PhD</a:t>
            </a:r>
            <a:r>
              <a:rPr lang="en-US" sz="4400" b="1" baseline="30000" dirty="0">
                <a:solidFill>
                  <a:srgbClr val="FFC000"/>
                </a:solidFill>
              </a:rPr>
              <a:t>2</a:t>
            </a:r>
            <a:r>
              <a:rPr lang="en-US" sz="4400" b="1" dirty="0">
                <a:solidFill>
                  <a:srgbClr val="FFC000"/>
                </a:solidFill>
              </a:rPr>
              <a:t>, </a:t>
            </a:r>
          </a:p>
          <a:p>
            <a:pPr algn="ctr"/>
            <a:r>
              <a:rPr lang="en-US" sz="4400" b="1" dirty="0" err="1">
                <a:solidFill>
                  <a:srgbClr val="FFC000"/>
                </a:solidFill>
              </a:rPr>
              <a:t>Kewi</a:t>
            </a:r>
            <a:r>
              <a:rPr lang="en-US" sz="4400" b="1" dirty="0">
                <a:solidFill>
                  <a:srgbClr val="FFC000"/>
                </a:solidFill>
              </a:rPr>
              <a:t> Chen PhD</a:t>
            </a:r>
            <a:r>
              <a:rPr lang="en-US" sz="4400" b="1" baseline="30000" dirty="0">
                <a:solidFill>
                  <a:srgbClr val="FFC000"/>
                </a:solidFill>
              </a:rPr>
              <a:t>2</a:t>
            </a:r>
            <a:r>
              <a:rPr lang="en-US" sz="4400" b="1" dirty="0">
                <a:solidFill>
                  <a:srgbClr val="FFC000"/>
                </a:solidFill>
              </a:rPr>
              <a:t>, Eric M. Riemann MD</a:t>
            </a:r>
            <a:r>
              <a:rPr lang="en-US" sz="4400" b="1" baseline="30000" dirty="0">
                <a:solidFill>
                  <a:srgbClr val="FFC000"/>
                </a:solidFill>
              </a:rPr>
              <a:t>2</a:t>
            </a:r>
            <a:r>
              <a:rPr lang="en-US" sz="4400" b="1" dirty="0">
                <a:solidFill>
                  <a:srgbClr val="FFC000"/>
                </a:solidFill>
              </a:rPr>
              <a:t>, Yalin Wang PhD</a:t>
            </a:r>
            <a:r>
              <a:rPr lang="en-US" sz="4400" b="1" baseline="30000" dirty="0">
                <a:solidFill>
                  <a:srgbClr val="FFC000"/>
                </a:solidFill>
              </a:rPr>
              <a:t>1</a:t>
            </a:r>
            <a:endParaRPr lang="en-US" sz="4400" b="1" dirty="0">
              <a:solidFill>
                <a:srgbClr val="FFC000"/>
              </a:solidFill>
            </a:endParaRPr>
          </a:p>
          <a:p>
            <a:pPr algn="ctr">
              <a:spcBef>
                <a:spcPts val="1200"/>
              </a:spcBef>
            </a:pPr>
            <a:r>
              <a:rPr lang="en-US" sz="3600" baseline="30000" dirty="0">
                <a:solidFill>
                  <a:srgbClr val="FFC000"/>
                </a:solidFill>
              </a:rPr>
              <a:t>1</a:t>
            </a:r>
            <a:r>
              <a:rPr lang="en-US" sz="3600" dirty="0">
                <a:solidFill>
                  <a:srgbClr val="FFC000"/>
                </a:solidFill>
              </a:rPr>
              <a:t>School of Computing, Informatics, and Decision Systems Engineering, Arizona State University, Tempe, AZ, USA</a:t>
            </a:r>
            <a:r>
              <a:rPr lang="en-US" sz="3600" dirty="0">
                <a:solidFill>
                  <a:srgbClr val="E7BA18"/>
                </a:solidFill>
              </a:rPr>
              <a:t>. </a:t>
            </a:r>
          </a:p>
          <a:p>
            <a:pPr algn="ctr">
              <a:spcBef>
                <a:spcPts val="1200"/>
              </a:spcBef>
            </a:pPr>
            <a:r>
              <a:rPr lang="en-US" sz="3600" baseline="30000" dirty="0">
                <a:solidFill>
                  <a:srgbClr val="E7BA18"/>
                </a:solidFill>
              </a:rPr>
              <a:t>			2</a:t>
            </a:r>
            <a:r>
              <a:rPr lang="en-US" sz="3600" dirty="0">
                <a:solidFill>
                  <a:srgbClr val="E7BA18"/>
                </a:solidFill>
              </a:rPr>
              <a:t>Banner Alzheimer’s Institute and Banner Good Samaritan PET Center, Phoenix, AZ, USA</a:t>
            </a:r>
            <a:r>
              <a:rPr lang="en-US" sz="3600" dirty="0">
                <a:solidFill>
                  <a:srgbClr val="FFC000"/>
                </a:solidFill>
              </a:rPr>
              <a:t>. </a:t>
            </a:r>
            <a:r>
              <a:rPr lang="en-US" sz="4000" b="1" dirty="0">
                <a:solidFill>
                  <a:srgbClr val="FFC000"/>
                </a:solidFill>
                <a:latin typeface="Arial" charset="0"/>
              </a:rPr>
              <a:t>		</a:t>
            </a:r>
          </a:p>
          <a:p>
            <a:pPr algn="ctr">
              <a:spcBef>
                <a:spcPts val="1200"/>
              </a:spcBef>
            </a:pPr>
            <a:r>
              <a:rPr lang="en-US" sz="4000" b="1" dirty="0">
                <a:solidFill>
                  <a:srgbClr val="FFC000"/>
                </a:solidFill>
                <a:latin typeface="Arial" charset="0"/>
              </a:rPr>
              <a:t>ssing138@asu.edu</a:t>
            </a:r>
            <a:endParaRPr lang="en-GB" sz="4000" b="1" dirty="0">
              <a:solidFill>
                <a:srgbClr val="FFC000"/>
              </a:solidFill>
              <a:latin typeface="Arial" charset="0"/>
            </a:endParaRPr>
          </a:p>
        </p:txBody>
      </p:sp>
      <p:sp>
        <p:nvSpPr>
          <p:cNvPr id="1031" name="Rectangle 14"/>
          <p:cNvSpPr>
            <a:spLocks noChangeArrowheads="1"/>
          </p:cNvSpPr>
          <p:nvPr/>
        </p:nvSpPr>
        <p:spPr bwMode="auto">
          <a:xfrm>
            <a:off x="29222701" y="29794199"/>
            <a:ext cx="14135099" cy="2643324"/>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r>
              <a:rPr lang="en-GB" sz="3800" b="1" dirty="0">
                <a:solidFill>
                  <a:schemeClr val="accent2">
                    <a:lumMod val="50000"/>
                  </a:schemeClr>
                </a:solidFill>
                <a:latin typeface="Arial" charset="0"/>
              </a:rPr>
              <a:t>References</a:t>
            </a:r>
          </a:p>
          <a:p>
            <a:pPr marL="514350" indent="-514350" algn="just">
              <a:spcAft>
                <a:spcPts val="0"/>
              </a:spcAft>
              <a:buFont typeface="+mj-lt"/>
              <a:buAutoNum type="arabicPeriod"/>
            </a:pPr>
            <a:r>
              <a:rPr lang="en-US" sz="2200" dirty="0" err="1">
                <a:solidFill>
                  <a:srgbClr val="E28B55">
                    <a:lumMod val="50000"/>
                  </a:srgbClr>
                </a:solidFill>
                <a:latin typeface="Arial" charset="0"/>
              </a:rPr>
              <a:t>Plis</a:t>
            </a:r>
            <a:r>
              <a:rPr lang="en-US" sz="2200" dirty="0">
                <a:solidFill>
                  <a:srgbClr val="E28B55">
                    <a:lumMod val="50000"/>
                  </a:srgbClr>
                </a:solidFill>
                <a:latin typeface="Arial" charset="0"/>
              </a:rPr>
              <a:t> S.M., et al., Deep Learning for neuro-imaging: a validation study, Frontiers in Neuroscience, 2014, </a:t>
            </a:r>
            <a:r>
              <a:rPr lang="en-US" sz="2200" dirty="0" err="1">
                <a:solidFill>
                  <a:srgbClr val="E28B55">
                    <a:lumMod val="50000"/>
                  </a:srgbClr>
                </a:solidFill>
                <a:latin typeface="Arial" charset="0"/>
              </a:rPr>
              <a:t>vol</a:t>
            </a:r>
            <a:r>
              <a:rPr lang="en-US" sz="2200" dirty="0">
                <a:solidFill>
                  <a:srgbClr val="E28B55">
                    <a:lumMod val="50000"/>
                  </a:srgbClr>
                </a:solidFill>
                <a:latin typeface="Arial" charset="0"/>
              </a:rPr>
              <a:t> 8 </a:t>
            </a:r>
          </a:p>
          <a:p>
            <a:pPr marL="514350" indent="-514350" algn="just">
              <a:spcAft>
                <a:spcPts val="0"/>
              </a:spcAft>
              <a:buFont typeface="+mj-lt"/>
              <a:buAutoNum type="arabicPeriod"/>
            </a:pPr>
            <a:r>
              <a:rPr lang="en-US" sz="2200" dirty="0">
                <a:solidFill>
                  <a:srgbClr val="E28B55">
                    <a:lumMod val="50000"/>
                  </a:srgbClr>
                </a:solidFill>
                <a:latin typeface="Arial" charset="0"/>
              </a:rPr>
              <a:t>Weiner, M.W., et al., The Alzheimer’s Disease Neuroimaging Initiative: a review of papers published since its inception. </a:t>
            </a:r>
            <a:r>
              <a:rPr lang="en-US" sz="2200" dirty="0" err="1">
                <a:solidFill>
                  <a:srgbClr val="E28B55">
                    <a:lumMod val="50000"/>
                  </a:srgbClr>
                </a:solidFill>
                <a:latin typeface="Arial" charset="0"/>
              </a:rPr>
              <a:t>Alzheimers</a:t>
            </a:r>
            <a:r>
              <a:rPr lang="en-US" sz="2200" dirty="0">
                <a:solidFill>
                  <a:srgbClr val="E28B55">
                    <a:lumMod val="50000"/>
                  </a:srgbClr>
                </a:solidFill>
                <a:latin typeface="Arial" charset="0"/>
              </a:rPr>
              <a:t> Dement, 2012. 8(1 </a:t>
            </a:r>
            <a:r>
              <a:rPr lang="en-US" sz="2200" dirty="0" err="1">
                <a:solidFill>
                  <a:srgbClr val="E28B55">
                    <a:lumMod val="50000"/>
                  </a:srgbClr>
                </a:solidFill>
                <a:latin typeface="Arial" charset="0"/>
              </a:rPr>
              <a:t>Suppl</a:t>
            </a:r>
            <a:r>
              <a:rPr lang="en-US" sz="2200" dirty="0">
                <a:solidFill>
                  <a:srgbClr val="E28B55">
                    <a:lumMod val="50000"/>
                  </a:srgbClr>
                </a:solidFill>
                <a:latin typeface="Arial" charset="0"/>
              </a:rPr>
              <a:t>):p. S1-68. </a:t>
            </a:r>
            <a:endParaRPr lang="en-GB" sz="4000" b="1" dirty="0">
              <a:solidFill>
                <a:schemeClr val="accent2">
                  <a:lumMod val="50000"/>
                </a:schemeClr>
              </a:solidFill>
              <a:latin typeface="Arial" charset="0"/>
            </a:endParaRPr>
          </a:p>
          <a:p>
            <a:pPr marL="514350" indent="-514350" algn="just">
              <a:spcAft>
                <a:spcPts val="0"/>
              </a:spcAft>
              <a:buFont typeface="+mj-lt"/>
              <a:buAutoNum type="arabicPeriod"/>
            </a:pPr>
            <a:endParaRPr lang="en-US" sz="2200" dirty="0">
              <a:solidFill>
                <a:srgbClr val="E28B55">
                  <a:lumMod val="50000"/>
                </a:srgbClr>
              </a:solidFill>
              <a:latin typeface="Arial" charset="0"/>
            </a:endParaRPr>
          </a:p>
        </p:txBody>
      </p:sp>
      <p:pic>
        <p:nvPicPr>
          <p:cNvPr id="277" name="Picture 47" descr="ASU-logo.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576" y="279576"/>
            <a:ext cx="5511624" cy="55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 name="Rectangle 7"/>
          <p:cNvSpPr>
            <a:spLocks noChangeArrowheads="1"/>
          </p:cNvSpPr>
          <p:nvPr/>
        </p:nvSpPr>
        <p:spPr bwMode="auto">
          <a:xfrm>
            <a:off x="14012861" y="6629399"/>
            <a:ext cx="18574546" cy="8960323"/>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pPr>
              <a:spcBef>
                <a:spcPts val="1500"/>
              </a:spcBef>
            </a:pPr>
            <a:r>
              <a:rPr lang="en-US" sz="4800" b="1" dirty="0" smtClean="0">
                <a:solidFill>
                  <a:schemeClr val="accent2">
                    <a:lumMod val="50000"/>
                  </a:schemeClr>
                </a:solidFill>
                <a:latin typeface="Arial" charset="0"/>
              </a:rPr>
              <a:t>Processing Pipeline</a:t>
            </a:r>
          </a:p>
          <a:p>
            <a:pPr marL="742950" indent="-742950" algn="just">
              <a:spcBef>
                <a:spcPts val="1500"/>
              </a:spcBef>
              <a:buAutoNum type="arabicPeriod"/>
            </a:pPr>
            <a:r>
              <a:rPr lang="en-US" sz="4300" dirty="0" smtClean="0">
                <a:solidFill>
                  <a:schemeClr val="accent2">
                    <a:lumMod val="50000"/>
                  </a:schemeClr>
                </a:solidFill>
                <a:latin typeface="Arial" charset="0"/>
              </a:rPr>
              <a:t>The </a:t>
            </a:r>
            <a:r>
              <a:rPr lang="en-US" sz="4300" dirty="0">
                <a:solidFill>
                  <a:schemeClr val="accent2">
                    <a:lumMod val="50000"/>
                  </a:schemeClr>
                </a:solidFill>
                <a:latin typeface="Arial" charset="0"/>
              </a:rPr>
              <a:t>image is preprocessed and normalized to a common space. It is further max-pooled to reduce feature dimensionality. </a:t>
            </a:r>
          </a:p>
          <a:p>
            <a:pPr marL="742950" indent="-742950" algn="just">
              <a:spcBef>
                <a:spcPts val="1500"/>
              </a:spcBef>
              <a:buAutoNum type="arabicPeriod"/>
            </a:pPr>
            <a:r>
              <a:rPr lang="en-US" sz="4300" dirty="0">
                <a:solidFill>
                  <a:schemeClr val="accent2">
                    <a:lumMod val="50000"/>
                  </a:schemeClr>
                </a:solidFill>
                <a:latin typeface="Arial" charset="0"/>
              </a:rPr>
              <a:t>The features are further reduced to enhance classifier performance using probabilistic principal component analysis. </a:t>
            </a:r>
          </a:p>
          <a:p>
            <a:pPr marL="742950" indent="-742950" algn="just">
              <a:spcBef>
                <a:spcPts val="1500"/>
              </a:spcBef>
              <a:buAutoNum type="arabicPeriod"/>
            </a:pPr>
            <a:r>
              <a:rPr lang="en-US" sz="4300" dirty="0">
                <a:solidFill>
                  <a:schemeClr val="accent2">
                    <a:lumMod val="50000"/>
                  </a:schemeClr>
                </a:solidFill>
                <a:latin typeface="Arial" charset="0"/>
              </a:rPr>
              <a:t>These are then passed through the simplest of all neural networks, a multi-layer perceptron for binary classification experiments </a:t>
            </a:r>
          </a:p>
          <a:p>
            <a:pPr marL="742950" indent="-742950" algn="just">
              <a:spcBef>
                <a:spcPts val="1500"/>
              </a:spcBef>
              <a:buAutoNum type="arabicPeriod"/>
            </a:pPr>
            <a:r>
              <a:rPr lang="en-US" sz="4300" dirty="0">
                <a:solidFill>
                  <a:schemeClr val="accent2">
                    <a:lumMod val="50000"/>
                  </a:schemeClr>
                </a:solidFill>
                <a:latin typeface="Arial" charset="0"/>
              </a:rPr>
              <a:t>10 fold cross validation is used to validate classifier  performance.</a:t>
            </a:r>
          </a:p>
          <a:p>
            <a:pPr marL="742950" indent="-742950" algn="just">
              <a:spcBef>
                <a:spcPts val="1500"/>
              </a:spcBef>
              <a:buAutoNum type="arabicPeriod"/>
            </a:pPr>
            <a:r>
              <a:rPr lang="en-US" sz="4300" dirty="0">
                <a:solidFill>
                  <a:schemeClr val="accent2">
                    <a:lumMod val="50000"/>
                  </a:schemeClr>
                </a:solidFill>
                <a:latin typeface="Arial" charset="0"/>
              </a:rPr>
              <a:t>An algorithm is also devised to enhance the performance of an n-layered multi-layered perceptron. </a:t>
            </a:r>
          </a:p>
        </p:txBody>
      </p:sp>
      <p:sp>
        <p:nvSpPr>
          <p:cNvPr id="287" name="Rectangle 14"/>
          <p:cNvSpPr>
            <a:spLocks noChangeArrowheads="1"/>
          </p:cNvSpPr>
          <p:nvPr/>
        </p:nvSpPr>
        <p:spPr bwMode="auto">
          <a:xfrm>
            <a:off x="32930307" y="6629398"/>
            <a:ext cx="10515600" cy="8960324"/>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pPr algn="just"/>
            <a:r>
              <a:rPr lang="en-GB" sz="4800" b="1" dirty="0">
                <a:solidFill>
                  <a:schemeClr val="accent2">
                    <a:lumMod val="50000"/>
                  </a:schemeClr>
                </a:solidFill>
                <a:latin typeface="Arial" charset="0"/>
              </a:rPr>
              <a:t>Discussion</a:t>
            </a:r>
            <a:endParaRPr lang="en-GB" sz="4300" b="1" dirty="0">
              <a:solidFill>
                <a:schemeClr val="accent2">
                  <a:lumMod val="50000"/>
                </a:schemeClr>
              </a:solidFill>
              <a:latin typeface="Arial" charset="0"/>
            </a:endParaRPr>
          </a:p>
          <a:p>
            <a:pPr algn="just"/>
            <a:r>
              <a:rPr lang="en-GB" sz="4300" dirty="0">
                <a:solidFill>
                  <a:schemeClr val="accent2">
                    <a:lumMod val="50000"/>
                  </a:schemeClr>
                </a:solidFill>
                <a:latin typeface="Arial" charset="0"/>
              </a:rPr>
              <a:t>As per the Universal Approximation theorem, we should be able to find a 1-hidden layer MLP that perfectly fits over the given data. Regional analysis can be done using Grid Long Short Term Memory (LSTM) and Parallel LSTM to enhance accuracies. Instead of PPCA, deep learning architectures could be used to learn high level feature abstractions. Other disease could be classified using the architecture proposed.</a:t>
            </a:r>
          </a:p>
        </p:txBody>
      </p:sp>
      <p:sp>
        <p:nvSpPr>
          <p:cNvPr id="27" name="Rectangle 19"/>
          <p:cNvSpPr>
            <a:spLocks noChangeArrowheads="1"/>
          </p:cNvSpPr>
          <p:nvPr/>
        </p:nvSpPr>
        <p:spPr bwMode="auto">
          <a:xfrm>
            <a:off x="14031910" y="15889311"/>
            <a:ext cx="29413997" cy="13664187"/>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360000" tIns="360000" rIns="360000" bIns="360000"/>
          <a:lstStyle/>
          <a:p>
            <a:pPr>
              <a:spcBef>
                <a:spcPts val="60"/>
              </a:spcBef>
            </a:pPr>
            <a:r>
              <a:rPr lang="en-GB" sz="4800" b="1" dirty="0">
                <a:solidFill>
                  <a:schemeClr val="accent2">
                    <a:lumMod val="50000"/>
                  </a:schemeClr>
                </a:solidFill>
                <a:latin typeface="Arial" charset="0"/>
              </a:rPr>
              <a:t>Experiments</a:t>
            </a:r>
          </a:p>
          <a:p>
            <a:pPr algn="just">
              <a:spcBef>
                <a:spcPts val="1000"/>
              </a:spcBef>
            </a:pPr>
            <a:r>
              <a:rPr lang="en-US" sz="4300" dirty="0">
                <a:solidFill>
                  <a:schemeClr val="accent2">
                    <a:lumMod val="50000"/>
                  </a:schemeClr>
                </a:solidFill>
                <a:latin typeface="Arial" charset="0"/>
              </a:rPr>
              <a:t>668 patients were studied from the ADNI (Alzheimer’s Disease Neuroimaging Initiative) [2] and we studied the patients at baseline and screening. The extent of linear </a:t>
            </a:r>
            <a:r>
              <a:rPr lang="en-US" sz="4300" dirty="0" err="1">
                <a:solidFill>
                  <a:schemeClr val="accent2">
                    <a:lumMod val="50000"/>
                  </a:schemeClr>
                </a:solidFill>
                <a:latin typeface="Arial" charset="0"/>
              </a:rPr>
              <a:t>separability</a:t>
            </a:r>
            <a:r>
              <a:rPr lang="en-US" sz="4300" dirty="0">
                <a:solidFill>
                  <a:schemeClr val="accent2">
                    <a:lumMod val="50000"/>
                  </a:schemeClr>
                </a:solidFill>
                <a:latin typeface="Arial" charset="0"/>
              </a:rPr>
              <a:t> of the data is tested using Linear SVM as a classifier. Using Rectified Linear Units in the neural network induces sparsity in feature representation for network layers, enhancing linear </a:t>
            </a:r>
            <a:r>
              <a:rPr lang="en-US" sz="4300" dirty="0" err="1">
                <a:solidFill>
                  <a:schemeClr val="accent2">
                    <a:lumMod val="50000"/>
                  </a:schemeClr>
                </a:solidFill>
                <a:latin typeface="Arial" charset="0"/>
              </a:rPr>
              <a:t>separability</a:t>
            </a:r>
            <a:r>
              <a:rPr lang="en-US" sz="4300" dirty="0">
                <a:solidFill>
                  <a:schemeClr val="accent2">
                    <a:lumMod val="50000"/>
                  </a:schemeClr>
                </a:solidFill>
                <a:latin typeface="Arial" charset="0"/>
              </a:rPr>
              <a:t>. Increasing the number of hidden layers in the MLP displays an increase in accuracy. Max-pooled features values outperform mean-pooled feature values. Patch size of 10x10x10 was selected after varying the patch sizes from 5 to 15 to select the best size for AD/CU. The addition of demographic features such as Age, Gender, APOE (gene information) and FAQ (Functional Assessment Questionnaire) scores significantly improved performance. </a:t>
            </a:r>
          </a:p>
          <a:p>
            <a:pPr algn="just">
              <a:spcBef>
                <a:spcPts val="1000"/>
              </a:spcBef>
            </a:pPr>
            <a:endParaRPr lang="en-US" sz="4300" dirty="0">
              <a:solidFill>
                <a:schemeClr val="accent2">
                  <a:lumMod val="50000"/>
                </a:schemeClr>
              </a:solidFill>
              <a:latin typeface="Arial" charset="0"/>
            </a:endParaRPr>
          </a:p>
        </p:txBody>
      </p:sp>
      <p:sp>
        <p:nvSpPr>
          <p:cNvPr id="21" name="Rectangle 14"/>
          <p:cNvSpPr>
            <a:spLocks noChangeArrowheads="1"/>
          </p:cNvSpPr>
          <p:nvPr/>
        </p:nvSpPr>
        <p:spPr bwMode="auto">
          <a:xfrm>
            <a:off x="14012861" y="29794199"/>
            <a:ext cx="14866940" cy="2643323"/>
          </a:xfrm>
          <a:prstGeom prst="rect">
            <a:avLst/>
          </a:prstGeom>
          <a:solidFill>
            <a:schemeClr val="accent1">
              <a:lumMod val="20000"/>
              <a:lumOff val="80000"/>
            </a:schemeClr>
          </a:solidFill>
          <a:ln w="38100">
            <a:solidFill>
              <a:schemeClr val="tx1"/>
            </a:solidFill>
            <a:miter lim="800000"/>
            <a:headEnd/>
            <a:tailEnd/>
          </a:ln>
          <a:effectLst>
            <a:outerShdw dist="197566" dir="2700000" algn="ctr" rotWithShape="0">
              <a:srgbClr val="14283C"/>
            </a:outerShdw>
          </a:effectLst>
        </p:spPr>
        <p:txBody>
          <a:bodyPr lIns="295273" tIns="295273" rIns="295273" bIns="295273"/>
          <a:lstStyle/>
          <a:p>
            <a:pPr algn="just"/>
            <a:r>
              <a:rPr lang="en-GB" sz="4000" b="1" dirty="0">
                <a:solidFill>
                  <a:srgbClr val="E28B55">
                    <a:lumMod val="50000"/>
                  </a:srgbClr>
                </a:solidFill>
                <a:latin typeface="Arial" charset="0"/>
              </a:rPr>
              <a:t>Acknowledgement</a:t>
            </a:r>
            <a:r>
              <a:rPr lang="en-GB" sz="4400" b="1" dirty="0">
                <a:solidFill>
                  <a:srgbClr val="E28B55">
                    <a:lumMod val="50000"/>
                  </a:srgbClr>
                </a:solidFill>
                <a:latin typeface="Arial" charset="0"/>
              </a:rPr>
              <a:t> </a:t>
            </a:r>
          </a:p>
          <a:p>
            <a:pPr algn="just"/>
            <a:r>
              <a:rPr lang="en-GB" sz="2500" dirty="0">
                <a:solidFill>
                  <a:srgbClr val="E28B55">
                    <a:lumMod val="50000"/>
                  </a:srgbClr>
                </a:solidFill>
                <a:latin typeface="Arial" charset="0"/>
              </a:rPr>
              <a:t>This </a:t>
            </a:r>
            <a:r>
              <a:rPr lang="en-US" sz="2500" dirty="0">
                <a:solidFill>
                  <a:srgbClr val="E28B55">
                    <a:lumMod val="50000"/>
                  </a:srgbClr>
                </a:solidFill>
                <a:latin typeface="Arial" charset="0"/>
              </a:rPr>
              <a:t>This work was funded, in part, by National Institutes of Health (R21AG043760, R21AG-049216, RF1AG051717, U54020403) and National Science Foundation (DMS-1413417 and IIS-1421165).</a:t>
            </a:r>
          </a:p>
        </p:txBody>
      </p:sp>
      <p:sp>
        <p:nvSpPr>
          <p:cNvPr id="4" name="Rectangle 3"/>
          <p:cNvSpPr/>
          <p:nvPr/>
        </p:nvSpPr>
        <p:spPr>
          <a:xfrm>
            <a:off x="2286000" y="30687269"/>
            <a:ext cx="9220200" cy="1169551"/>
          </a:xfrm>
          <a:prstGeom prst="rect">
            <a:avLst/>
          </a:prstGeom>
        </p:spPr>
        <p:txBody>
          <a:bodyPr wrap="square">
            <a:spAutoFit/>
          </a:bodyPr>
          <a:lstStyle/>
          <a:p>
            <a:pPr marL="599993" algn="just">
              <a:spcBef>
                <a:spcPts val="820"/>
              </a:spcBef>
            </a:pPr>
            <a:r>
              <a:rPr lang="en-US" sz="3500" b="1" dirty="0">
                <a:solidFill>
                  <a:srgbClr val="E28B55">
                    <a:lumMod val="50000"/>
                  </a:srgbClr>
                </a:solidFill>
                <a:latin typeface="Arial" charset="0"/>
              </a:rPr>
              <a:t>Figure 1. </a:t>
            </a:r>
            <a:r>
              <a:rPr lang="en-US" sz="3500" dirty="0">
                <a:solidFill>
                  <a:srgbClr val="E28B55">
                    <a:lumMod val="50000"/>
                  </a:srgbClr>
                </a:solidFill>
                <a:latin typeface="Arial" charset="0"/>
              </a:rPr>
              <a:t>The pipelines (Classification and Multilayer Perceptron)</a:t>
            </a:r>
          </a:p>
        </p:txBody>
      </p:sp>
      <p:sp>
        <p:nvSpPr>
          <p:cNvPr id="8" name="Rectangle 7"/>
          <p:cNvSpPr/>
          <p:nvPr/>
        </p:nvSpPr>
        <p:spPr>
          <a:xfrm>
            <a:off x="35737800" y="28325058"/>
            <a:ext cx="7620000" cy="630942"/>
          </a:xfrm>
          <a:prstGeom prst="rect">
            <a:avLst/>
          </a:prstGeom>
        </p:spPr>
        <p:txBody>
          <a:bodyPr wrap="square">
            <a:spAutoFit/>
          </a:bodyPr>
          <a:lstStyle/>
          <a:p>
            <a:pPr marL="0" marR="0">
              <a:spcBef>
                <a:spcPts val="0"/>
              </a:spcBef>
              <a:spcAft>
                <a:spcPts val="0"/>
              </a:spcAft>
            </a:pPr>
            <a:r>
              <a:rPr lang="en-US" sz="3500" b="1" dirty="0">
                <a:solidFill>
                  <a:srgbClr val="E28B55">
                    <a:lumMod val="50000"/>
                  </a:srgbClr>
                </a:solidFill>
                <a:latin typeface="Arial" charset="0"/>
              </a:rPr>
              <a:t>Table 1. Summary of results</a:t>
            </a:r>
            <a:endParaRPr lang="en-US" sz="3500" dirty="0">
              <a:solidFill>
                <a:srgbClr val="E28B55">
                  <a:lumMod val="50000"/>
                </a:srgbClr>
              </a:solidFill>
              <a:latin typeface="Arial" charset="0"/>
            </a:endParaRPr>
          </a:p>
        </p:txBody>
      </p:sp>
      <p:sp>
        <p:nvSpPr>
          <p:cNvPr id="3" name="Rectangle 1"/>
          <p:cNvSpPr>
            <a:spLocks noChangeArrowheads="1"/>
          </p:cNvSpPr>
          <p:nvPr/>
        </p:nvSpPr>
        <p:spPr bwMode="auto">
          <a:xfrm>
            <a:off x="26300907" y="22490417"/>
            <a:ext cx="61141728" cy="636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98766" y="22248274"/>
            <a:ext cx="9162234" cy="5837447"/>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053088" y="22248273"/>
            <a:ext cx="8730712" cy="5849038"/>
          </a:xfrm>
          <a:prstGeom prst="rect">
            <a:avLst/>
          </a:prstGeom>
        </p:spPr>
      </p:pic>
      <p:sp>
        <p:nvSpPr>
          <p:cNvPr id="34" name="Rectangle 33"/>
          <p:cNvSpPr/>
          <p:nvPr/>
        </p:nvSpPr>
        <p:spPr>
          <a:xfrm>
            <a:off x="16571694" y="28097311"/>
            <a:ext cx="15584705" cy="1169551"/>
          </a:xfrm>
          <a:prstGeom prst="rect">
            <a:avLst/>
          </a:prstGeom>
        </p:spPr>
        <p:txBody>
          <a:bodyPr wrap="square">
            <a:spAutoFit/>
          </a:bodyPr>
          <a:lstStyle/>
          <a:p>
            <a:pPr marL="0" marR="0">
              <a:spcBef>
                <a:spcPts val="0"/>
              </a:spcBef>
              <a:spcAft>
                <a:spcPts val="0"/>
              </a:spcAft>
            </a:pPr>
            <a:r>
              <a:rPr lang="en-US" sz="3500" b="1" dirty="0">
                <a:solidFill>
                  <a:srgbClr val="E28B55">
                    <a:lumMod val="50000"/>
                  </a:srgbClr>
                </a:solidFill>
                <a:latin typeface="Arial" charset="0"/>
              </a:rPr>
              <a:t>Figure 2. Comparison of the classification performance with addition of demographic features</a:t>
            </a:r>
            <a:endParaRPr lang="en-US" sz="3500" dirty="0">
              <a:solidFill>
                <a:srgbClr val="E28B55">
                  <a:lumMod val="50000"/>
                </a:srgbClr>
              </a:solidFill>
              <a:latin typeface="Arial" charset="0"/>
            </a:endParaRPr>
          </a:p>
        </p:txBody>
      </p:sp>
      <p:graphicFrame>
        <p:nvGraphicFramePr>
          <p:cNvPr id="28" name="Table 27"/>
          <p:cNvGraphicFramePr>
            <a:graphicFrameLocks noGrp="1"/>
          </p:cNvGraphicFramePr>
          <p:nvPr>
            <p:extLst>
              <p:ext uri="{D42A27DB-BD31-4B8C-83A1-F6EECF244321}">
                <p14:modId xmlns:p14="http://schemas.microsoft.com/office/powerpoint/2010/main" val="228431675"/>
              </p:ext>
            </p:extLst>
          </p:nvPr>
        </p:nvGraphicFramePr>
        <p:xfrm>
          <a:off x="30632400" y="22248273"/>
          <a:ext cx="12731896" cy="5780425"/>
        </p:xfrm>
        <a:graphic>
          <a:graphicData uri="http://schemas.openxmlformats.org/drawingml/2006/table">
            <a:tbl>
              <a:tblPr>
                <a:effectLst>
                  <a:outerShdw blurRad="50800" dist="38100" dir="2700000" algn="tl" rotWithShape="0">
                    <a:prstClr val="black">
                      <a:alpha val="40000"/>
                    </a:prstClr>
                  </a:outerShdw>
                </a:effectLst>
              </a:tblPr>
              <a:tblGrid>
                <a:gridCol w="2057400">
                  <a:extLst>
                    <a:ext uri="{9D8B030D-6E8A-4147-A177-3AD203B41FA5}">
                      <a16:colId xmlns:a16="http://schemas.microsoft.com/office/drawing/2014/main" xmlns="" val="1211049023"/>
                    </a:ext>
                  </a:extLst>
                </a:gridCol>
                <a:gridCol w="1676400">
                  <a:extLst>
                    <a:ext uri="{9D8B030D-6E8A-4147-A177-3AD203B41FA5}">
                      <a16:colId xmlns:a16="http://schemas.microsoft.com/office/drawing/2014/main" xmlns="" val="2371790236"/>
                    </a:ext>
                  </a:extLst>
                </a:gridCol>
                <a:gridCol w="990600">
                  <a:extLst>
                    <a:ext uri="{9D8B030D-6E8A-4147-A177-3AD203B41FA5}">
                      <a16:colId xmlns:a16="http://schemas.microsoft.com/office/drawing/2014/main" xmlns="" val="2105544194"/>
                    </a:ext>
                  </a:extLst>
                </a:gridCol>
                <a:gridCol w="990600">
                  <a:extLst>
                    <a:ext uri="{9D8B030D-6E8A-4147-A177-3AD203B41FA5}">
                      <a16:colId xmlns:a16="http://schemas.microsoft.com/office/drawing/2014/main" xmlns="" val="582046633"/>
                    </a:ext>
                  </a:extLst>
                </a:gridCol>
                <a:gridCol w="990600">
                  <a:extLst>
                    <a:ext uri="{9D8B030D-6E8A-4147-A177-3AD203B41FA5}">
                      <a16:colId xmlns:a16="http://schemas.microsoft.com/office/drawing/2014/main" xmlns="" val="4008062748"/>
                    </a:ext>
                  </a:extLst>
                </a:gridCol>
                <a:gridCol w="990600">
                  <a:extLst>
                    <a:ext uri="{9D8B030D-6E8A-4147-A177-3AD203B41FA5}">
                      <a16:colId xmlns:a16="http://schemas.microsoft.com/office/drawing/2014/main" xmlns="" val="3478227624"/>
                    </a:ext>
                  </a:extLst>
                </a:gridCol>
                <a:gridCol w="1219200">
                  <a:extLst>
                    <a:ext uri="{9D8B030D-6E8A-4147-A177-3AD203B41FA5}">
                      <a16:colId xmlns:a16="http://schemas.microsoft.com/office/drawing/2014/main" xmlns="" val="1272458639"/>
                    </a:ext>
                  </a:extLst>
                </a:gridCol>
                <a:gridCol w="1295400">
                  <a:extLst>
                    <a:ext uri="{9D8B030D-6E8A-4147-A177-3AD203B41FA5}">
                      <a16:colId xmlns:a16="http://schemas.microsoft.com/office/drawing/2014/main" xmlns="" val="1684758611"/>
                    </a:ext>
                  </a:extLst>
                </a:gridCol>
                <a:gridCol w="1143000">
                  <a:extLst>
                    <a:ext uri="{9D8B030D-6E8A-4147-A177-3AD203B41FA5}">
                      <a16:colId xmlns:a16="http://schemas.microsoft.com/office/drawing/2014/main" xmlns="" val="2496722790"/>
                    </a:ext>
                  </a:extLst>
                </a:gridCol>
                <a:gridCol w="1378096">
                  <a:extLst>
                    <a:ext uri="{9D8B030D-6E8A-4147-A177-3AD203B41FA5}">
                      <a16:colId xmlns:a16="http://schemas.microsoft.com/office/drawing/2014/main" xmlns="" val="3586705991"/>
                    </a:ext>
                  </a:extLst>
                </a:gridCol>
              </a:tblGrid>
              <a:tr h="1751644">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Data</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Measure</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AD/CU</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AD/MCI</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CU/MCI</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AD/EMCI</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AD/LMCI</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CU/LMCI</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CU/EMCI</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LMCI/EMCI</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xmlns="" val="4094301263"/>
                  </a:ext>
                </a:extLst>
              </a:tr>
              <a:tr h="1751644">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Max-pooled</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F-1 Score</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0.94</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0.87</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0.75</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0.87</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0.77</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0.69</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0.63</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0.68</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xmlns="" val="1790098628"/>
                  </a:ext>
                </a:extLst>
              </a:tr>
              <a:tr h="2277137">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Max-pooled with Demographic data</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a:solidFill>
                            <a:srgbClr val="000000"/>
                          </a:solidFill>
                          <a:effectLst/>
                          <a:latin typeface="Trebuchet MS" panose="020B0603020202020204" pitchFamily="34" charset="0"/>
                        </a:rPr>
                        <a:t>F-1 Score</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smtClean="0">
                          <a:solidFill>
                            <a:srgbClr val="000000"/>
                          </a:solidFill>
                          <a:effectLst/>
                          <a:latin typeface="Trebuchet MS" panose="020B0603020202020204" pitchFamily="34" charset="0"/>
                        </a:rPr>
                        <a:t>0.98</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0.91</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0.79</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0.90</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0.82</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dirty="0">
                          <a:solidFill>
                            <a:srgbClr val="000000"/>
                          </a:solidFill>
                          <a:effectLst/>
                          <a:latin typeface="Trebuchet MS" panose="020B0603020202020204" pitchFamily="34" charset="0"/>
                        </a:rPr>
                        <a:t>0.83</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1" i="0" u="none" strike="noStrike">
                          <a:solidFill>
                            <a:srgbClr val="000000"/>
                          </a:solidFill>
                          <a:effectLst/>
                          <a:latin typeface="Trebuchet MS" panose="020B0603020202020204" pitchFamily="34" charset="0"/>
                        </a:rPr>
                        <a:t>0.72</a:t>
                      </a:r>
                      <a:endParaRPr lang="en-US" sz="270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rtl="0" fontAlgn="t">
                        <a:spcBef>
                          <a:spcPts val="0"/>
                        </a:spcBef>
                        <a:spcAft>
                          <a:spcPts val="0"/>
                        </a:spcAft>
                      </a:pPr>
                      <a:r>
                        <a:rPr lang="en-US" sz="2700" b="0" i="0" u="none" strike="noStrike" dirty="0">
                          <a:solidFill>
                            <a:srgbClr val="000000"/>
                          </a:solidFill>
                          <a:effectLst/>
                          <a:latin typeface="Trebuchet MS" panose="020B0603020202020204" pitchFamily="34" charset="0"/>
                        </a:rPr>
                        <a:t>0.65</a:t>
                      </a:r>
                      <a:endParaRPr lang="en-US" sz="2700" dirty="0">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xmlns="" val="2757347465"/>
                  </a:ext>
                </a:extLst>
              </a:tr>
            </a:tbl>
          </a:graphicData>
        </a:graphic>
      </p:graphicFrame>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7255" y="19354799"/>
            <a:ext cx="12789438" cy="3755131"/>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4737" y="23850600"/>
            <a:ext cx="12829664" cy="6096000"/>
          </a:xfrm>
          <a:prstGeom prst="rect">
            <a:avLst/>
          </a:prstGeom>
        </p:spPr>
      </p:pic>
    </p:spTree>
  </p:cSld>
  <p:clrMapOvr>
    <a:masterClrMapping/>
  </p:clrMapOvr>
  <p:transition spd="med">
    <p:fade thruBlk="1"/>
  </p:transition>
</p:sld>
</file>

<file path=ppt/theme/theme1.xml><?xml version="1.0" encoding="utf-8"?>
<a:theme xmlns:a="http://schemas.openxmlformats.org/drawingml/2006/main" name="Kilter">
  <a:themeElements>
    <a:clrScheme name="Kilter">
      <a:dk1>
        <a:sysClr val="windowText" lastClr="000000"/>
      </a:dk1>
      <a:lt1>
        <a:sysClr val="window" lastClr="FFFFFF"/>
      </a:lt1>
      <a:dk2>
        <a:srgbClr val="318FC5"/>
      </a:dk2>
      <a:lt2>
        <a:srgbClr val="AEE8FB"/>
      </a:lt2>
      <a:accent1>
        <a:srgbClr val="76C5EF"/>
      </a:accent1>
      <a:accent2>
        <a:srgbClr val="FEA022"/>
      </a:accent2>
      <a:accent3>
        <a:srgbClr val="FF6700"/>
      </a:accent3>
      <a:accent4>
        <a:srgbClr val="70A525"/>
      </a:accent4>
      <a:accent5>
        <a:srgbClr val="A5D848"/>
      </a:accent5>
      <a:accent6>
        <a:srgbClr val="20768C"/>
      </a:accent6>
      <a:hlink>
        <a:srgbClr val="7AB6E8"/>
      </a:hlink>
      <a:folHlink>
        <a:srgbClr val="83B0D3"/>
      </a:folHlink>
    </a:clrScheme>
    <a:fontScheme name="Kilter">
      <a:majorFont>
        <a:latin typeface="Rockwell"/>
        <a:ea typeface=""/>
        <a:cs typeface=""/>
        <a:font script="Grek" typeface="Cambria"/>
        <a:font script="Cyrl" typeface="Cambria"/>
        <a:font script="Jpan" typeface="HGS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Rockwell"/>
        <a:ea typeface=""/>
        <a:cs typeface=""/>
        <a:font script="Grek" typeface="Cambria"/>
        <a:font script="Cyrl" typeface="Cambria"/>
        <a:font script="Jpan" typeface="HGS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ilter">
      <a:fillStyleLst>
        <a:solidFill>
          <a:schemeClr val="phClr"/>
        </a:solidFill>
        <a:gradFill rotWithShape="1">
          <a:gsLst>
            <a:gs pos="0">
              <a:schemeClr val="phClr">
                <a:tint val="14000"/>
                <a:satMod val="180000"/>
                <a:lumMod val="100000"/>
              </a:schemeClr>
            </a:gs>
            <a:gs pos="42000">
              <a:schemeClr val="phClr">
                <a:tint val="40000"/>
                <a:satMod val="160000"/>
                <a:lumMod val="94000"/>
              </a:schemeClr>
            </a:gs>
            <a:gs pos="100000">
              <a:schemeClr val="phClr">
                <a:tint val="94000"/>
                <a:satMod val="140000"/>
              </a:schemeClr>
            </a:gs>
          </a:gsLst>
          <a:lin ang="5160000" scaled="1"/>
        </a:gradFill>
        <a:gradFill rotWithShape="1">
          <a:gsLst>
            <a:gs pos="38000">
              <a:schemeClr val="phClr">
                <a:satMod val="120000"/>
              </a:schemeClr>
            </a:gs>
            <a:gs pos="100000">
              <a:schemeClr val="phClr">
                <a:shade val="60000"/>
                <a:satMod val="180000"/>
                <a:lumMod val="70000"/>
              </a:schemeClr>
            </a:gs>
          </a:gsLst>
          <a:lin ang="4680000" scaled="0"/>
        </a:gradFill>
      </a:fillStyleLst>
      <a:lnStyleLst>
        <a:ln w="12700" cap="flat" cmpd="sng" algn="ctr">
          <a:solidFill>
            <a:schemeClr val="phClr">
              <a:shade val="50000"/>
            </a:schemeClr>
          </a:solidFill>
          <a:prstDash val="solid"/>
        </a:ln>
        <a:ln w="25400" cap="flat" cmpd="sng" algn="ctr">
          <a:solidFill>
            <a:schemeClr val="phClr">
              <a:shade val="75000"/>
              <a:lumMod val="90000"/>
            </a:schemeClr>
          </a:solidFill>
          <a:prstDash val="solid"/>
        </a:ln>
        <a:ln w="38100" cap="flat" cmpd="sng" algn="ctr">
          <a:solidFill>
            <a:schemeClr val="phClr"/>
          </a:solidFill>
          <a:prstDash val="solid"/>
        </a:ln>
      </a:lnStyleLst>
      <a:effectStyleLst>
        <a:effectStyle>
          <a:effectLst>
            <a:outerShdw blurRad="63500" dist="12700" dir="5400000" sx="102000" sy="102000" rotWithShape="0">
              <a:srgbClr val="000000">
                <a:alpha val="20000"/>
              </a:srgbClr>
            </a:outerShdw>
          </a:effectLst>
        </a:effectStyle>
        <a:effectStyle>
          <a:effectLst>
            <a:outerShdw blurRad="76200" dist="25400" dir="5400000" rotWithShape="0">
              <a:srgbClr val="000000">
                <a:alpha val="50000"/>
              </a:srgbClr>
            </a:outerShdw>
          </a:effectLst>
          <a:scene3d>
            <a:camera prst="orthographicFront">
              <a:rot lat="0" lon="0" rev="0"/>
            </a:camera>
            <a:lightRig rig="glow" dir="tl">
              <a:rot lat="0" lon="0" rev="19800000"/>
            </a:lightRig>
          </a:scene3d>
          <a:sp3d prstMaterial="metal">
            <a:bevelT w="152400" h="63500" prst="softRound"/>
          </a:sp3d>
        </a:effectStyle>
        <a:effectStyle>
          <a:effectLst>
            <a:outerShdw blurRad="107950" dist="12700" dir="5040000" rotWithShape="0">
              <a:srgbClr val="000000">
                <a:alpha val="54000"/>
              </a:srgbClr>
            </a:outerShdw>
          </a:effectLst>
          <a:scene3d>
            <a:camera prst="orthographicFront">
              <a:rot lat="0" lon="0" rev="0"/>
            </a:camera>
            <a:lightRig rig="threePt" dir="tl">
              <a:rot lat="0" lon="0" rev="19800000"/>
            </a:lightRig>
          </a:scene3d>
          <a:sp3d prstMaterial="plastic">
            <a:bevelT h="63500" prst="softRound"/>
          </a:sp3d>
        </a:effectStyle>
      </a:effectStyleLst>
      <a:bgFillStyleLst>
        <a:solidFill>
          <a:schemeClr val="phClr"/>
        </a:solidFill>
        <a:gradFill rotWithShape="1">
          <a:gsLst>
            <a:gs pos="0">
              <a:schemeClr val="phClr">
                <a:tint val="95000"/>
                <a:satMod val="140000"/>
                <a:lumMod val="120000"/>
              </a:schemeClr>
            </a:gs>
            <a:gs pos="100000">
              <a:schemeClr val="phClr">
                <a:tint val="95000"/>
                <a:shade val="70000"/>
                <a:satMod val="180000"/>
                <a:lumMod val="82000"/>
              </a:schemeClr>
            </a:gs>
          </a:gsLst>
          <a:path path="circle">
            <a:fillToRect l="25000" t="25000" r="25000" b="25000"/>
          </a:path>
        </a:gradFill>
        <a:gradFill rotWithShape="1">
          <a:gsLst>
            <a:gs pos="0">
              <a:schemeClr val="phClr">
                <a:tint val="94000"/>
                <a:satMod val="140000"/>
                <a:lumMod val="120000"/>
              </a:schemeClr>
            </a:gs>
            <a:gs pos="100000">
              <a:schemeClr val="phClr">
                <a:tint val="97000"/>
                <a:shade val="70000"/>
                <a:satMod val="190000"/>
                <a:lumMod val="72000"/>
              </a:schemeClr>
            </a:gs>
          </a:gsLst>
          <a:path path="circle">
            <a:fillToRect l="50000" t="50000" r="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TC101859865[[fn=Kilter]]</Template>
  <TotalTime>8582</TotalTime>
  <Words>603</Words>
  <Application>Microsoft Macintosh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Unicode MS</vt:lpstr>
      <vt:lpstr>Rockwell</vt:lpstr>
      <vt:lpstr>Tahoma</vt:lpstr>
      <vt:lpstr>Trebuchet MS</vt:lpstr>
      <vt:lpstr>Wingdings</vt:lpstr>
      <vt:lpstr>Kilter</vt:lpstr>
      <vt:lpstr>PowerPoint Presentation</vt:lpstr>
    </vt:vector>
  </TitlesOfParts>
  <Company>Graphicsland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to create a scientific poster</dc:title>
  <dc:subject>Template For Scientific Poster Presentation</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Shibani Singh (Student)</cp:lastModifiedBy>
  <cp:revision>207</cp:revision>
  <cp:lastPrinted>1601-01-01T00:00:00Z</cp:lastPrinted>
  <dcterms:created xsi:type="dcterms:W3CDTF">2007-12-06T17:27:24Z</dcterms:created>
  <dcterms:modified xsi:type="dcterms:W3CDTF">2017-05-26T21:27:00Z</dcterms:modified>
  <cp:category>scientific poster PowerPoint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TC010902991033</vt:lpwstr>
  </property>
</Properties>
</file>